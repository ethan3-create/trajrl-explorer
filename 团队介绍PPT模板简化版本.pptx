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83" r:id="rId10"/>
    <p:sldId id="274" r:id="rId11"/>
    <p:sldId id="267" r:id="rId12"/>
    <p:sldId id="269" r:id="rId13"/>
    <p:sldId id="275" r:id="rId14"/>
    <p:sldId id="276" r:id="rId15"/>
    <p:sldId id="277" r:id="rId16"/>
    <p:sldId id="278" r:id="rId17"/>
    <p:sldId id="280" r:id="rId18"/>
    <p:sldId id="282" r:id="rId19"/>
  </p:sldIdLst>
  <p:sldSz cx="12192000" cy="6858000"/>
  <p:notesSz cx="6858000" cy="9144000"/>
  <p:embeddedFontLst>
    <p:embeddedFont>
      <p:font typeface="Microsoft Yahei" panose="020B0503020204020204" pitchFamily="34" charset="-122"/>
      <p:regular r:id="rId20"/>
      <p:bold r:id="rId21"/>
    </p:embeddedFont>
    <p:embeddedFont>
      <p:font typeface="Noto Sans SC" panose="020B0200000000000000" pitchFamily="34" charset="-122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85DF81-83C2-41DB-AD06-03C952860F0E}" v="6" dt="2025-09-23T04:45:53.8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15" d="100"/>
          <a:sy n="115" d="100"/>
        </p:scale>
        <p:origin x="5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浩 范" userId="2e8178996e76e91a" providerId="LiveId" clId="{1A56407F-C2A0-4895-8489-254F213C37F0}"/>
    <pc:docChg chg="custSel addSld delSld modSld sldOrd">
      <pc:chgData name="浩 范" userId="2e8178996e76e91a" providerId="LiveId" clId="{1A56407F-C2A0-4895-8489-254F213C37F0}" dt="2025-09-23T04:47:33.645" v="76" actId="47"/>
      <pc:docMkLst>
        <pc:docMk/>
      </pc:docMkLst>
      <pc:sldChg chg="addSp delSp modSp mod">
        <pc:chgData name="浩 范" userId="2e8178996e76e91a" providerId="LiveId" clId="{1A56407F-C2A0-4895-8489-254F213C37F0}" dt="2025-09-23T04:44:33.231" v="14" actId="465"/>
        <pc:sldMkLst>
          <pc:docMk/>
          <pc:sldMk cId="0" sldId="257"/>
        </pc:sldMkLst>
        <pc:spChg chg="mod">
          <ac:chgData name="浩 范" userId="2e8178996e76e91a" providerId="LiveId" clId="{1A56407F-C2A0-4895-8489-254F213C37F0}" dt="2025-09-23T04:44:20.840" v="10" actId="164"/>
          <ac:spMkLst>
            <pc:docMk/>
            <pc:sldMk cId="0" sldId="257"/>
            <ac:spMk id="6" creationId="{00000000-0000-0000-0000-000000000000}"/>
          </ac:spMkLst>
        </pc:spChg>
        <pc:spChg chg="mod">
          <ac:chgData name="浩 范" userId="2e8178996e76e91a" providerId="LiveId" clId="{1A56407F-C2A0-4895-8489-254F213C37F0}" dt="2025-09-23T04:44:20.840" v="10" actId="164"/>
          <ac:spMkLst>
            <pc:docMk/>
            <pc:sldMk cId="0" sldId="257"/>
            <ac:spMk id="7" creationId="{00000000-0000-0000-0000-000000000000}"/>
          </ac:spMkLst>
        </pc:spChg>
        <pc:spChg chg="mod">
          <ac:chgData name="浩 范" userId="2e8178996e76e91a" providerId="LiveId" clId="{1A56407F-C2A0-4895-8489-254F213C37F0}" dt="2025-09-23T04:44:23.324" v="11" actId="164"/>
          <ac:spMkLst>
            <pc:docMk/>
            <pc:sldMk cId="0" sldId="257"/>
            <ac:spMk id="8" creationId="{00000000-0000-0000-0000-000000000000}"/>
          </ac:spMkLst>
        </pc:spChg>
        <pc:spChg chg="mod">
          <ac:chgData name="浩 范" userId="2e8178996e76e91a" providerId="LiveId" clId="{1A56407F-C2A0-4895-8489-254F213C37F0}" dt="2025-09-23T04:44:23.324" v="11" actId="164"/>
          <ac:spMkLst>
            <pc:docMk/>
            <pc:sldMk cId="0" sldId="257"/>
            <ac:spMk id="9" creationId="{00000000-0000-0000-0000-000000000000}"/>
          </ac:spMkLst>
        </pc:spChg>
        <pc:spChg chg="del">
          <ac:chgData name="浩 范" userId="2e8178996e76e91a" providerId="LiveId" clId="{1A56407F-C2A0-4895-8489-254F213C37F0}" dt="2025-09-23T04:43:57.236" v="1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浩 范" userId="2e8178996e76e91a" providerId="LiveId" clId="{1A56407F-C2A0-4895-8489-254F213C37F0}" dt="2025-09-23T04:43:55.451" v="0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浩 范" userId="2e8178996e76e91a" providerId="LiveId" clId="{1A56407F-C2A0-4895-8489-254F213C37F0}" dt="2025-09-23T04:44:03.914" v="3" actId="478"/>
          <ac:spMkLst>
            <pc:docMk/>
            <pc:sldMk cId="0" sldId="257"/>
            <ac:spMk id="12" creationId="{00000000-0000-0000-0000-000000000000}"/>
          </ac:spMkLst>
        </pc:spChg>
        <pc:spChg chg="del">
          <ac:chgData name="浩 范" userId="2e8178996e76e91a" providerId="LiveId" clId="{1A56407F-C2A0-4895-8489-254F213C37F0}" dt="2025-09-23T04:44:00.157" v="2" actId="478"/>
          <ac:spMkLst>
            <pc:docMk/>
            <pc:sldMk cId="0" sldId="257"/>
            <ac:spMk id="13" creationId="{00000000-0000-0000-0000-000000000000}"/>
          </ac:spMkLst>
        </pc:spChg>
        <pc:spChg chg="mod">
          <ac:chgData name="浩 范" userId="2e8178996e76e91a" providerId="LiveId" clId="{1A56407F-C2A0-4895-8489-254F213C37F0}" dt="2025-09-23T04:44:25.860" v="12" actId="164"/>
          <ac:spMkLst>
            <pc:docMk/>
            <pc:sldMk cId="0" sldId="257"/>
            <ac:spMk id="14" creationId="{00000000-0000-0000-0000-000000000000}"/>
          </ac:spMkLst>
        </pc:spChg>
        <pc:spChg chg="mod">
          <ac:chgData name="浩 范" userId="2e8178996e76e91a" providerId="LiveId" clId="{1A56407F-C2A0-4895-8489-254F213C37F0}" dt="2025-09-23T04:44:25.860" v="12" actId="164"/>
          <ac:spMkLst>
            <pc:docMk/>
            <pc:sldMk cId="0" sldId="257"/>
            <ac:spMk id="15" creationId="{00000000-0000-0000-0000-000000000000}"/>
          </ac:spMkLst>
        </pc:spChg>
        <pc:spChg chg="mod">
          <ac:chgData name="浩 范" userId="2e8178996e76e91a" providerId="LiveId" clId="{1A56407F-C2A0-4895-8489-254F213C37F0}" dt="2025-09-23T04:44:28.949" v="13" actId="164"/>
          <ac:spMkLst>
            <pc:docMk/>
            <pc:sldMk cId="0" sldId="257"/>
            <ac:spMk id="16" creationId="{00000000-0000-0000-0000-000000000000}"/>
          </ac:spMkLst>
        </pc:spChg>
        <pc:spChg chg="mod">
          <ac:chgData name="浩 范" userId="2e8178996e76e91a" providerId="LiveId" clId="{1A56407F-C2A0-4895-8489-254F213C37F0}" dt="2025-09-23T04:44:28.949" v="13" actId="164"/>
          <ac:spMkLst>
            <pc:docMk/>
            <pc:sldMk cId="0" sldId="257"/>
            <ac:spMk id="17" creationId="{00000000-0000-0000-0000-000000000000}"/>
          </ac:spMkLst>
        </pc:spChg>
        <pc:grpChg chg="add mod">
          <ac:chgData name="浩 范" userId="2e8178996e76e91a" providerId="LiveId" clId="{1A56407F-C2A0-4895-8489-254F213C37F0}" dt="2025-09-23T04:44:20.840" v="10" actId="164"/>
          <ac:grpSpMkLst>
            <pc:docMk/>
            <pc:sldMk cId="0" sldId="257"/>
            <ac:grpSpMk id="18" creationId="{E309C80C-7549-11A0-B9CE-CEE1F5124194}"/>
          </ac:grpSpMkLst>
        </pc:grpChg>
        <pc:grpChg chg="add mod">
          <ac:chgData name="浩 范" userId="2e8178996e76e91a" providerId="LiveId" clId="{1A56407F-C2A0-4895-8489-254F213C37F0}" dt="2025-09-23T04:44:33.231" v="14" actId="465"/>
          <ac:grpSpMkLst>
            <pc:docMk/>
            <pc:sldMk cId="0" sldId="257"/>
            <ac:grpSpMk id="19" creationId="{C4BB65A0-879C-7870-D09B-E2A92D13C09C}"/>
          </ac:grpSpMkLst>
        </pc:grpChg>
        <pc:grpChg chg="add mod">
          <ac:chgData name="浩 范" userId="2e8178996e76e91a" providerId="LiveId" clId="{1A56407F-C2A0-4895-8489-254F213C37F0}" dt="2025-09-23T04:44:33.231" v="14" actId="465"/>
          <ac:grpSpMkLst>
            <pc:docMk/>
            <pc:sldMk cId="0" sldId="257"/>
            <ac:grpSpMk id="20" creationId="{63A28CA5-E7AB-2378-F412-EF3430EC472D}"/>
          </ac:grpSpMkLst>
        </pc:grpChg>
        <pc:grpChg chg="add mod">
          <ac:chgData name="浩 范" userId="2e8178996e76e91a" providerId="LiveId" clId="{1A56407F-C2A0-4895-8489-254F213C37F0}" dt="2025-09-23T04:44:28.949" v="13" actId="164"/>
          <ac:grpSpMkLst>
            <pc:docMk/>
            <pc:sldMk cId="0" sldId="257"/>
            <ac:grpSpMk id="21" creationId="{BB32DDDC-B011-DDC4-0559-CD51EB4E9E6C}"/>
          </ac:grpSpMkLst>
        </pc:grpChg>
      </pc:sldChg>
      <pc:sldChg chg="del">
        <pc:chgData name="浩 范" userId="2e8178996e76e91a" providerId="LiveId" clId="{1A56407F-C2A0-4895-8489-254F213C37F0}" dt="2025-09-23T04:44:43.355" v="15" actId="47"/>
        <pc:sldMkLst>
          <pc:docMk/>
          <pc:sldMk cId="0" sldId="261"/>
        </pc:sldMkLst>
      </pc:sldChg>
      <pc:sldChg chg="delSp modSp mod">
        <pc:chgData name="浩 范" userId="2e8178996e76e91a" providerId="LiveId" clId="{1A56407F-C2A0-4895-8489-254F213C37F0}" dt="2025-09-23T04:45:50.109" v="58" actId="1076"/>
        <pc:sldMkLst>
          <pc:docMk/>
          <pc:sldMk cId="0" sldId="264"/>
        </pc:sldMkLst>
        <pc:spChg chg="del">
          <ac:chgData name="浩 范" userId="2e8178996e76e91a" providerId="LiveId" clId="{1A56407F-C2A0-4895-8489-254F213C37F0}" dt="2025-09-23T04:45:33.813" v="52" actId="478"/>
          <ac:spMkLst>
            <pc:docMk/>
            <pc:sldMk cId="0" sldId="264"/>
            <ac:spMk id="2" creationId="{00000000-0000-0000-0000-000000000000}"/>
          </ac:spMkLst>
        </pc:spChg>
        <pc:spChg chg="del">
          <ac:chgData name="浩 范" userId="2e8178996e76e91a" providerId="LiveId" clId="{1A56407F-C2A0-4895-8489-254F213C37F0}" dt="2025-09-23T04:45:34.957" v="53" actId="478"/>
          <ac:spMkLst>
            <pc:docMk/>
            <pc:sldMk cId="0" sldId="264"/>
            <ac:spMk id="3" creationId="{00000000-0000-0000-0000-000000000000}"/>
          </ac:spMkLst>
        </pc:spChg>
        <pc:spChg chg="del">
          <ac:chgData name="浩 范" userId="2e8178996e76e91a" providerId="LiveId" clId="{1A56407F-C2A0-4895-8489-254F213C37F0}" dt="2025-09-23T04:45:37.154" v="54" actId="478"/>
          <ac:spMkLst>
            <pc:docMk/>
            <pc:sldMk cId="0" sldId="264"/>
            <ac:spMk id="4" creationId="{00000000-0000-0000-0000-000000000000}"/>
          </ac:spMkLst>
        </pc:spChg>
        <pc:spChg chg="del">
          <ac:chgData name="浩 范" userId="2e8178996e76e91a" providerId="LiveId" clId="{1A56407F-C2A0-4895-8489-254F213C37F0}" dt="2025-09-23T04:45:25.771" v="48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浩 范" userId="2e8178996e76e91a" providerId="LiveId" clId="{1A56407F-C2A0-4895-8489-254F213C37F0}" dt="2025-09-23T04:45:28.428" v="49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浩 范" userId="2e8178996e76e91a" providerId="LiveId" clId="{1A56407F-C2A0-4895-8489-254F213C37F0}" dt="2025-09-23T04:45:30.317" v="50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浩 范" userId="2e8178996e76e91a" providerId="LiveId" clId="{1A56407F-C2A0-4895-8489-254F213C37F0}" dt="2025-09-23T04:45:32.580" v="51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浩 范" userId="2e8178996e76e91a" providerId="LiveId" clId="{1A56407F-C2A0-4895-8489-254F213C37F0}" dt="2025-09-23T04:45:32.580" v="51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浩 范" userId="2e8178996e76e91a" providerId="LiveId" clId="{1A56407F-C2A0-4895-8489-254F213C37F0}" dt="2025-09-23T04:45:32.580" v="51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浩 范" userId="2e8178996e76e91a" providerId="LiveId" clId="{1A56407F-C2A0-4895-8489-254F213C37F0}" dt="2025-09-23T04:45:32.580" v="51" actId="478"/>
          <ac:spMkLst>
            <pc:docMk/>
            <pc:sldMk cId="0" sldId="264"/>
            <ac:spMk id="17" creationId="{00000000-0000-0000-0000-000000000000}"/>
          </ac:spMkLst>
        </pc:spChg>
        <pc:spChg chg="del">
          <ac:chgData name="浩 范" userId="2e8178996e76e91a" providerId="LiveId" clId="{1A56407F-C2A0-4895-8489-254F213C37F0}" dt="2025-09-23T04:45:32.580" v="51" actId="478"/>
          <ac:spMkLst>
            <pc:docMk/>
            <pc:sldMk cId="0" sldId="264"/>
            <ac:spMk id="18" creationId="{00000000-0000-0000-0000-000000000000}"/>
          </ac:spMkLst>
        </pc:spChg>
        <pc:spChg chg="del">
          <ac:chgData name="浩 范" userId="2e8178996e76e91a" providerId="LiveId" clId="{1A56407F-C2A0-4895-8489-254F213C37F0}" dt="2025-09-23T04:45:32.580" v="51" actId="478"/>
          <ac:spMkLst>
            <pc:docMk/>
            <pc:sldMk cId="0" sldId="264"/>
            <ac:spMk id="19" creationId="{00000000-0000-0000-0000-000000000000}"/>
          </ac:spMkLst>
        </pc:spChg>
        <pc:spChg chg="mod">
          <ac:chgData name="浩 范" userId="2e8178996e76e91a" providerId="LiveId" clId="{1A56407F-C2A0-4895-8489-254F213C37F0}" dt="2025-09-23T04:45:48.793" v="57" actId="14100"/>
          <ac:spMkLst>
            <pc:docMk/>
            <pc:sldMk cId="0" sldId="264"/>
            <ac:spMk id="23" creationId="{00000000-0000-0000-0000-000000000000}"/>
          </ac:spMkLst>
        </pc:spChg>
        <pc:grpChg chg="mod">
          <ac:chgData name="浩 范" userId="2e8178996e76e91a" providerId="LiveId" clId="{1A56407F-C2A0-4895-8489-254F213C37F0}" dt="2025-09-23T04:45:50.109" v="58" actId="1076"/>
          <ac:grpSpMkLst>
            <pc:docMk/>
            <pc:sldMk cId="0" sldId="264"/>
            <ac:grpSpMk id="8" creationId="{00000000-0000-0000-0000-000000000000}"/>
          </ac:grpSpMkLst>
        </pc:grpChg>
        <pc:grpChg chg="del">
          <ac:chgData name="浩 范" userId="2e8178996e76e91a" providerId="LiveId" clId="{1A56407F-C2A0-4895-8489-254F213C37F0}" dt="2025-09-23T04:45:32.580" v="51" actId="478"/>
          <ac:grpSpMkLst>
            <pc:docMk/>
            <pc:sldMk cId="0" sldId="264"/>
            <ac:grpSpMk id="14" creationId="{00000000-0000-0000-0000-000000000000}"/>
          </ac:grpSpMkLst>
        </pc:grpChg>
        <pc:grpChg chg="del">
          <ac:chgData name="浩 范" userId="2e8178996e76e91a" providerId="LiveId" clId="{1A56407F-C2A0-4895-8489-254F213C37F0}" dt="2025-09-23T04:45:32.580" v="51" actId="478"/>
          <ac:grpSpMkLst>
            <pc:docMk/>
            <pc:sldMk cId="0" sldId="264"/>
            <ac:grpSpMk id="20" creationId="{00000000-0000-0000-0000-000000000000}"/>
          </ac:grpSpMkLst>
        </pc:grpChg>
      </pc:sldChg>
      <pc:sldChg chg="modSp del mod">
        <pc:chgData name="浩 范" userId="2e8178996e76e91a" providerId="LiveId" clId="{1A56407F-C2A0-4895-8489-254F213C37F0}" dt="2025-09-23T04:46:16.808" v="61" actId="2696"/>
        <pc:sldMkLst>
          <pc:docMk/>
          <pc:sldMk cId="0" sldId="265"/>
        </pc:sldMkLst>
        <pc:spChg chg="mod">
          <ac:chgData name="浩 范" userId="2e8178996e76e91a" providerId="LiveId" clId="{1A56407F-C2A0-4895-8489-254F213C37F0}" dt="2025-09-23T04:45:21.152" v="47" actId="20577"/>
          <ac:spMkLst>
            <pc:docMk/>
            <pc:sldMk cId="0" sldId="265"/>
            <ac:spMk id="6" creationId="{00000000-0000-0000-0000-000000000000}"/>
          </ac:spMkLst>
        </pc:spChg>
      </pc:sldChg>
      <pc:sldChg chg="del">
        <pc:chgData name="浩 范" userId="2e8178996e76e91a" providerId="LiveId" clId="{1A56407F-C2A0-4895-8489-254F213C37F0}" dt="2025-09-23T04:47:09.241" v="72" actId="47"/>
        <pc:sldMkLst>
          <pc:docMk/>
          <pc:sldMk cId="0" sldId="266"/>
        </pc:sldMkLst>
      </pc:sldChg>
      <pc:sldChg chg="modSp mod">
        <pc:chgData name="浩 范" userId="2e8178996e76e91a" providerId="LiveId" clId="{1A56407F-C2A0-4895-8489-254F213C37F0}" dt="2025-09-23T04:46:41.341" v="63" actId="1076"/>
        <pc:sldMkLst>
          <pc:docMk/>
          <pc:sldMk cId="0" sldId="267"/>
        </pc:sldMkLst>
        <pc:picChg chg="mod">
          <ac:chgData name="浩 范" userId="2e8178996e76e91a" providerId="LiveId" clId="{1A56407F-C2A0-4895-8489-254F213C37F0}" dt="2025-09-23T04:46:41.341" v="63" actId="1076"/>
          <ac:picMkLst>
            <pc:docMk/>
            <pc:sldMk cId="0" sldId="267"/>
            <ac:picMk id="12" creationId="{00000000-0000-0000-0000-000000000000}"/>
          </ac:picMkLst>
        </pc:picChg>
      </pc:sldChg>
      <pc:sldChg chg="del">
        <pc:chgData name="浩 范" userId="2e8178996e76e91a" providerId="LiveId" clId="{1A56407F-C2A0-4895-8489-254F213C37F0}" dt="2025-09-23T04:46:31.859" v="62" actId="47"/>
        <pc:sldMkLst>
          <pc:docMk/>
          <pc:sldMk cId="0" sldId="268"/>
        </pc:sldMkLst>
      </pc:sldChg>
      <pc:sldChg chg="del">
        <pc:chgData name="浩 范" userId="2e8178996e76e91a" providerId="LiveId" clId="{1A56407F-C2A0-4895-8489-254F213C37F0}" dt="2025-09-23T04:46:45.062" v="64" actId="47"/>
        <pc:sldMkLst>
          <pc:docMk/>
          <pc:sldMk cId="0" sldId="270"/>
        </pc:sldMkLst>
      </pc:sldChg>
      <pc:sldChg chg="del">
        <pc:chgData name="浩 范" userId="2e8178996e76e91a" providerId="LiveId" clId="{1A56407F-C2A0-4895-8489-254F213C37F0}" dt="2025-09-23T04:46:45.976" v="65" actId="47"/>
        <pc:sldMkLst>
          <pc:docMk/>
          <pc:sldMk cId="0" sldId="271"/>
        </pc:sldMkLst>
      </pc:sldChg>
      <pc:sldChg chg="del">
        <pc:chgData name="浩 范" userId="2e8178996e76e91a" providerId="LiveId" clId="{1A56407F-C2A0-4895-8489-254F213C37F0}" dt="2025-09-23T04:46:47.860" v="66" actId="47"/>
        <pc:sldMkLst>
          <pc:docMk/>
          <pc:sldMk cId="0" sldId="272"/>
        </pc:sldMkLst>
      </pc:sldChg>
      <pc:sldChg chg="del">
        <pc:chgData name="浩 范" userId="2e8178996e76e91a" providerId="LiveId" clId="{1A56407F-C2A0-4895-8489-254F213C37F0}" dt="2025-09-23T04:46:48.683" v="67" actId="47"/>
        <pc:sldMkLst>
          <pc:docMk/>
          <pc:sldMk cId="0" sldId="273"/>
        </pc:sldMkLst>
      </pc:sldChg>
      <pc:sldChg chg="modSp mod ord">
        <pc:chgData name="浩 范" userId="2e8178996e76e91a" providerId="LiveId" clId="{1A56407F-C2A0-4895-8489-254F213C37F0}" dt="2025-09-23T04:47:04.747" v="71" actId="20577"/>
        <pc:sldMkLst>
          <pc:docMk/>
          <pc:sldMk cId="0" sldId="274"/>
        </pc:sldMkLst>
        <pc:spChg chg="mod">
          <ac:chgData name="浩 范" userId="2e8178996e76e91a" providerId="LiveId" clId="{1A56407F-C2A0-4895-8489-254F213C37F0}" dt="2025-09-23T04:47:04.747" v="71" actId="20577"/>
          <ac:spMkLst>
            <pc:docMk/>
            <pc:sldMk cId="0" sldId="274"/>
            <ac:spMk id="2" creationId="{00000000-0000-0000-0000-000000000000}"/>
          </ac:spMkLst>
        </pc:spChg>
      </pc:sldChg>
      <pc:sldChg chg="modSp mod">
        <pc:chgData name="浩 范" userId="2e8178996e76e91a" providerId="LiveId" clId="{1A56407F-C2A0-4895-8489-254F213C37F0}" dt="2025-09-23T04:47:17.968" v="74" actId="20577"/>
        <pc:sldMkLst>
          <pc:docMk/>
          <pc:sldMk cId="0" sldId="278"/>
        </pc:sldMkLst>
        <pc:spChg chg="mod">
          <ac:chgData name="浩 范" userId="2e8178996e76e91a" providerId="LiveId" clId="{1A56407F-C2A0-4895-8489-254F213C37F0}" dt="2025-09-23T04:47:17.968" v="74" actId="20577"/>
          <ac:spMkLst>
            <pc:docMk/>
            <pc:sldMk cId="0" sldId="278"/>
            <ac:spMk id="2" creationId="{00000000-0000-0000-0000-000000000000}"/>
          </ac:spMkLst>
        </pc:spChg>
      </pc:sldChg>
      <pc:sldChg chg="del">
        <pc:chgData name="浩 范" userId="2e8178996e76e91a" providerId="LiveId" clId="{1A56407F-C2A0-4895-8489-254F213C37F0}" dt="2025-09-23T04:47:33.645" v="76" actId="47"/>
        <pc:sldMkLst>
          <pc:docMk/>
          <pc:sldMk cId="0" sldId="279"/>
        </pc:sldMkLst>
      </pc:sldChg>
      <pc:sldChg chg="del">
        <pc:chgData name="浩 范" userId="2e8178996e76e91a" providerId="LiveId" clId="{1A56407F-C2A0-4895-8489-254F213C37F0}" dt="2025-09-23T04:47:26.566" v="75" actId="47"/>
        <pc:sldMkLst>
          <pc:docMk/>
          <pc:sldMk cId="0" sldId="281"/>
        </pc:sldMkLst>
      </pc:sldChg>
      <pc:sldChg chg="modSp add mod setBg">
        <pc:chgData name="浩 范" userId="2e8178996e76e91a" providerId="LiveId" clId="{1A56407F-C2A0-4895-8489-254F213C37F0}" dt="2025-09-23T04:45:57.504" v="60" actId="20577"/>
        <pc:sldMkLst>
          <pc:docMk/>
          <pc:sldMk cId="4044715527" sldId="283"/>
        </pc:sldMkLst>
        <pc:spChg chg="mod">
          <ac:chgData name="浩 范" userId="2e8178996e76e91a" providerId="LiveId" clId="{1A56407F-C2A0-4895-8489-254F213C37F0}" dt="2025-09-23T04:45:57.504" v="60" actId="20577"/>
          <ac:spMkLst>
            <pc:docMk/>
            <pc:sldMk cId="4044715527" sldId="283"/>
            <ac:spMk id="23" creationId="{B432AA61-8133-D9A1-93BD-28FD6F5F792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6655" y="1525651"/>
            <a:ext cx="7126715" cy="208597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>
              <a:lnSpc>
                <a:spcPct val="114999"/>
              </a:lnSpc>
            </a:pPr>
            <a:r>
              <a:rPr lang="en-US" sz="5400" b="1">
                <a:solidFill>
                  <a:srgbClr val="1F1F1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团队介绍PPT模板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eyJfdGVtcGxhdGVEYXRhIjp7ImNvbnRlbnRUeXBlIjoiJHRpdGxlIiwibGluZUNvdW50IjoiMiIsIndvcmRDb3VudCI6IjkifSwidGFnIjoiJHRpdGxlIn0=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55705" y="4293994"/>
            <a:ext cx="2800350" cy="50482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25">
                <a:solidFill>
                  <a:srgbClr val="1F1F1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汇报人：文小库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eyJfdGVtcGxhdGVEYXRhIjp7ImxpbmVDb3VudCI6IjEiLCJ3b3JkQ291bnQiOiI5In0sInRhZyI6Im5vRWRpdCJ9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455705" y="4825308"/>
            <a:ext cx="3371850" cy="50482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25">
                <a:solidFill>
                  <a:srgbClr val="1F1F1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2025-09-23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eyJfdGVtcGxhdGVEYXRhIjp7ImNvbnRlbnRUeXBlIjoiJERhdGUiLCJsaW5lQ291bnQiOiIxIiwid29yZENvdW50IjoiMTEifSwidGFnIjoibm9FZGl0In0=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eyJtZCI6IuWboumYn+S7i+e7jVBQVOaooeadvyIsInRwbGlkIjoiMTYiLCJ0cGxOYW1lIjoidGl0bGVfc2t5Ymx1ZTAiLCJlZGl0ZWQiOiJmYWxzZSJ9</bd:templateData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93684" y="2559207"/>
            <a:ext cx="6316980" cy="234315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endParaRPr/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eyJfdGVtcGxhdGVEYXRhIjp7ImxpbmVDb3VudCI6IjEiLCJ3b3JkQ291bnQiOiI1MiJ9LCJ0YWciOiJub0VkaXQifQ==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eyJfdGVtcGxhdGVEYXRhIjp7ImNvbnRlbnRUeXBlIjoiIn0sInRhZyI6Im5vRWRpdCJ9</bd:templateData>
          </p:ext>
        </p:extLst>
      </p:pic>
      <p:sp>
        <p:nvSpPr>
          <p:cNvPr id="4" name="TextBox 4"/>
          <p:cNvSpPr txBox="1"/>
          <p:nvPr/>
        </p:nvSpPr>
        <p:spPr>
          <a:xfrm>
            <a:off x="1182244" y="3494380"/>
            <a:ext cx="2197085" cy="76688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CATALOGUE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eyJfdGVtcGxhdGVEYXRhIjp7ImxpbmVDb3VudCI6IjMiLCJ3b3JkQ291bnQiOiIxMSJ9LCJ0YWciOiJub0VkaXQifQ==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728786" y="2781296"/>
            <a:ext cx="3104002" cy="9772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5175" b="1">
                <a:solidFill>
                  <a:srgbClr val="1F1F1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目 录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eyJfdGVtcGxhdGVEYXRhIjp7ImxpbmVDb3VudCI6IjEiLCJ3b3JkQ291bnQiOiIzIn0sInRhZyI6Im5vRWRpdCJ9</bd:templateData>
          </p:ext>
        </p:extLst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309C80C-7549-11A0-B9CE-CEE1F5124194}"/>
              </a:ext>
            </a:extLst>
          </p:cNvPr>
          <p:cNvGrpSpPr/>
          <p:nvPr/>
        </p:nvGrpSpPr>
        <p:grpSpPr>
          <a:xfrm>
            <a:off x="4884695" y="1702344"/>
            <a:ext cx="4905866" cy="457200"/>
            <a:chOff x="4884695" y="1702344"/>
            <a:chExt cx="4905866" cy="457200"/>
          </a:xfrm>
        </p:grpSpPr>
        <p:sp>
          <p:nvSpPr>
            <p:cNvPr id="6" name="TextBox 6"/>
            <p:cNvSpPr txBox="1"/>
            <p:nvPr/>
          </p:nvSpPr>
          <p:spPr>
            <a:xfrm>
              <a:off x="4884695" y="1702344"/>
              <a:ext cx="571500" cy="457200"/>
            </a:xfrm>
            <a:prstGeom prst="rect">
              <a:avLst/>
            </a:prstGeom>
            <a:ln/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75"/>
                </a:spcBef>
              </a:pPr>
              <a:r>
                <a:rPr lang="en-US" sz="2700">
                  <a:solidFill>
                    <a:schemeClr val="accent1">
                      <a:alpha val="100000"/>
                    </a:schemeClr>
                  </a:solidFill>
                  <a:latin typeface="Noto Sans SC"/>
                  <a:ea typeface="Noto Sans SC"/>
                  <a:cs typeface="Noto Sans SC"/>
                </a:rPr>
                <a:t>01</a:t>
              </a:r>
            </a:p>
          </p:txBody>
          <p:extLst>
            <p:ext uri="http://schemas.baidu.com/office/drawing/2023/templateData">
              <bd:templateData xmlns:bd="http://schemas.baidu.com/office/drawing/2023/templateData" xmlns="">eyJfdGVtcGxhdGVEYXRhIjp7ImxpbmVDb3VudCI6IjEiLCJ3b3JkQ291bnQiOiIxNSJ9LCJ0YWciOiJub0VkaXQifQ==</bd:templateData>
            </p:ext>
          </p:extLst>
        </p:sp>
        <p:sp>
          <p:nvSpPr>
            <p:cNvPr id="7" name="TextBox 7"/>
            <p:cNvSpPr txBox="1"/>
            <p:nvPr/>
          </p:nvSpPr>
          <p:spPr>
            <a:xfrm>
              <a:off x="5580020" y="1751878"/>
              <a:ext cx="4210541" cy="281974"/>
            </a:xfrm>
            <a:prstGeom prst="rect">
              <a:avLst/>
            </a:prstGeom>
            <a:ln/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75"/>
                </a:spcBef>
              </a:pPr>
              <a:r>
                <a:rPr lang="en-US" sz="2100" dirty="0" err="1">
                  <a:solidFill>
                    <a:srgbClr val="232323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团队概述</a:t>
              </a:r>
              <a:endParaRPr lang="en-US" sz="2100" dirty="0">
                <a:solidFill>
                  <a:srgbClr val="232323">
                    <a:alpha val="100000"/>
                  </a:srgbClr>
                </a:solidFill>
                <a:latin typeface="Noto Sans SC"/>
                <a:ea typeface="Noto Sans SC"/>
                <a:cs typeface="Noto Sans SC"/>
              </a:endParaRPr>
            </a:p>
          </p:txBody>
          <p:extLst>
            <p:ext uri="http://schemas.baidu.com/office/drawing/2023/templateData">
              <bd:templateData xmlns:bd="http://schemas.baidu.com/office/drawing/2023/templateData" xmlns="">eyJfdGVtcGxhdGVEYXRhIjp7ImNvbnRlbnRUeXBlIjoiJGNhdGEwIiwibGluZUNvdW50IjoiMSIsIndvcmRDb3VudCI6IjE0In0sInRhZyI6Im5vRWRpdCJ9</bd:templateData>
            </p:ext>
          </p:extLst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4BB65A0-879C-7870-D09B-E2A92D13C09C}"/>
              </a:ext>
            </a:extLst>
          </p:cNvPr>
          <p:cNvGrpSpPr/>
          <p:nvPr/>
        </p:nvGrpSpPr>
        <p:grpSpPr>
          <a:xfrm>
            <a:off x="4884695" y="2893784"/>
            <a:ext cx="4905866" cy="457200"/>
            <a:chOff x="4884695" y="2411090"/>
            <a:chExt cx="4905866" cy="457200"/>
          </a:xfrm>
        </p:grpSpPr>
        <p:sp>
          <p:nvSpPr>
            <p:cNvPr id="8" name="TextBox 8"/>
            <p:cNvSpPr txBox="1"/>
            <p:nvPr/>
          </p:nvSpPr>
          <p:spPr>
            <a:xfrm>
              <a:off x="4884695" y="2411090"/>
              <a:ext cx="571500" cy="457200"/>
            </a:xfrm>
            <a:prstGeom prst="rect">
              <a:avLst/>
            </a:prstGeom>
            <a:ln/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75"/>
                </a:spcBef>
              </a:pPr>
              <a:r>
                <a:rPr lang="en-US" sz="2700" dirty="0">
                  <a:solidFill>
                    <a:schemeClr val="accent1">
                      <a:alpha val="100000"/>
                    </a:schemeClr>
                  </a:solidFill>
                  <a:latin typeface="Noto Sans SC"/>
                  <a:ea typeface="Noto Sans SC"/>
                  <a:cs typeface="Noto Sans SC"/>
                </a:rPr>
                <a:t>02</a:t>
              </a:r>
            </a:p>
          </p:txBody>
          <p:extLst>
            <p:ext uri="http://schemas.baidu.com/office/drawing/2023/templateData">
              <bd:templateData xmlns:bd="http://schemas.baidu.com/office/drawing/2023/templateData" xmlns="">eyJfdGVtcGxhdGVEYXRhIjp7ImxpbmVDb3VudCI6IjEiLCJ3b3JkQ291bnQiOiIxNSJ9LCJ0YWciOiJub0VkaXQifQ==</bd:templateData>
            </p:ext>
          </p:extLst>
        </p:sp>
        <p:sp>
          <p:nvSpPr>
            <p:cNvPr id="9" name="TextBox 9"/>
            <p:cNvSpPr txBox="1"/>
            <p:nvPr/>
          </p:nvSpPr>
          <p:spPr>
            <a:xfrm>
              <a:off x="5580020" y="2456811"/>
              <a:ext cx="4210541" cy="281974"/>
            </a:xfrm>
            <a:prstGeom prst="rect">
              <a:avLst/>
            </a:prstGeom>
            <a:ln/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75"/>
                </a:spcBef>
              </a:pPr>
              <a:r>
                <a:rPr lang="en-US" sz="2100">
                  <a:solidFill>
                    <a:srgbClr val="232323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团队成员介绍</a:t>
              </a:r>
            </a:p>
          </p:txBody>
          <p:extLst>
            <p:ext uri="http://schemas.baidu.com/office/drawing/2023/templateData">
              <bd:templateData xmlns:bd="http://schemas.baidu.com/office/drawing/2023/templateData" xmlns="">eyJfdGVtcGxhdGVEYXRhIjp7ImNvbnRlbnRUeXBlIjoiJGNhdGExIiwibGluZUNvdW50IjoiMSIsIndvcmRDb3VudCI6IjE0In0sInRhZyI6Im5vRWRpdCJ9</bd:templateData>
            </p:ext>
          </p:extLst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3A28CA5-E7AB-2378-F412-EF3430EC472D}"/>
              </a:ext>
            </a:extLst>
          </p:cNvPr>
          <p:cNvGrpSpPr/>
          <p:nvPr/>
        </p:nvGrpSpPr>
        <p:grpSpPr>
          <a:xfrm>
            <a:off x="4884695" y="4085224"/>
            <a:ext cx="4905866" cy="415498"/>
            <a:chOff x="4884695" y="4535669"/>
            <a:chExt cx="4905866" cy="415498"/>
          </a:xfrm>
        </p:grpSpPr>
        <p:sp>
          <p:nvSpPr>
            <p:cNvPr id="14" name="TextBox 14"/>
            <p:cNvSpPr txBox="1"/>
            <p:nvPr/>
          </p:nvSpPr>
          <p:spPr>
            <a:xfrm>
              <a:off x="4884695" y="4535669"/>
              <a:ext cx="571500" cy="415498"/>
            </a:xfrm>
            <a:prstGeom prst="rect">
              <a:avLst/>
            </a:prstGeom>
            <a:ln/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75"/>
                </a:spcBef>
              </a:pPr>
              <a:r>
                <a:rPr lang="en-US" sz="2700" dirty="0">
                  <a:solidFill>
                    <a:schemeClr val="accent1">
                      <a:alpha val="100000"/>
                    </a:schemeClr>
                  </a:solidFill>
                  <a:latin typeface="Noto Sans SC"/>
                  <a:ea typeface="Noto Sans SC"/>
                  <a:cs typeface="Noto Sans SC"/>
                </a:rPr>
                <a:t>03</a:t>
              </a:r>
            </a:p>
          </p:txBody>
          <p:extLst mod="1">
            <p:ext uri="http://schemas.baidu.com/office/drawing/2023/templateData">
              <bd:templateData xmlns:bd="http://schemas.baidu.com/office/drawing/2023/templateData" xmlns="">eyJfdGVtcGxhdGVEYXRhIjp7ImxpbmVDb3VudCI6IjEiLCJ3b3JkQ291bnQiOiIxNSJ9LCJ0YWciOiJub0VkaXQifQ==</bd:templateData>
            </p:ext>
          </p:extLst>
        </p:sp>
        <p:sp>
          <p:nvSpPr>
            <p:cNvPr id="15" name="TextBox 15"/>
            <p:cNvSpPr txBox="1"/>
            <p:nvPr/>
          </p:nvSpPr>
          <p:spPr>
            <a:xfrm>
              <a:off x="5580020" y="4560436"/>
              <a:ext cx="4210541" cy="281974"/>
            </a:xfrm>
            <a:prstGeom prst="rect">
              <a:avLst/>
            </a:prstGeom>
            <a:ln/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75"/>
                </a:spcBef>
              </a:pPr>
              <a:r>
                <a:rPr lang="en-US" sz="2100">
                  <a:solidFill>
                    <a:srgbClr val="232323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团队未来规划</a:t>
              </a:r>
            </a:p>
          </p:txBody>
          <p:extLst>
            <p:ext uri="http://schemas.baidu.com/office/drawing/2023/templateData">
              <bd:templateData xmlns:bd="http://schemas.baidu.com/office/drawing/2023/templateData" xmlns="">eyJfdGVtcGxhdGVEYXRhIjp7ImNvbnRlbnRUeXBlIjoiJGNhdGE0IiwibGluZUNvdW50IjoiMSIsIndvcmRDb3VudCI6IjE0In0sInRhZyI6Im5vRWRpdCJ9</bd:templateData>
            </p:ext>
          </p:extLst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B32DDDC-B011-DDC4-0559-CD51EB4E9E6C}"/>
              </a:ext>
            </a:extLst>
          </p:cNvPr>
          <p:cNvGrpSpPr/>
          <p:nvPr/>
        </p:nvGrpSpPr>
        <p:grpSpPr>
          <a:xfrm>
            <a:off x="4888034" y="5234961"/>
            <a:ext cx="4905866" cy="415498"/>
            <a:chOff x="4888034" y="5234961"/>
            <a:chExt cx="4905866" cy="415498"/>
          </a:xfrm>
        </p:grpSpPr>
        <p:sp>
          <p:nvSpPr>
            <p:cNvPr id="16" name="TextBox 16"/>
            <p:cNvSpPr txBox="1"/>
            <p:nvPr/>
          </p:nvSpPr>
          <p:spPr>
            <a:xfrm>
              <a:off x="4888034" y="5234961"/>
              <a:ext cx="571500" cy="415498"/>
            </a:xfrm>
            <a:prstGeom prst="rect">
              <a:avLst/>
            </a:prstGeom>
            <a:ln/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75"/>
                </a:spcBef>
              </a:pPr>
              <a:r>
                <a:rPr lang="en-US" sz="2700" dirty="0">
                  <a:solidFill>
                    <a:schemeClr val="accent1">
                      <a:alpha val="100000"/>
                    </a:schemeClr>
                  </a:solidFill>
                  <a:latin typeface="Noto Sans SC"/>
                  <a:ea typeface="Noto Sans SC"/>
                  <a:cs typeface="Noto Sans SC"/>
                </a:rPr>
                <a:t>04</a:t>
              </a:r>
            </a:p>
          </p:txBody>
          <p:extLst mod="1">
            <p:ext uri="http://schemas.baidu.com/office/drawing/2023/templateData">
              <bd:templateData xmlns:bd="http://schemas.baidu.com/office/drawing/2023/templateData" xmlns="">eyJfdGVtcGxhdGVEYXRhIjp7ImxpbmVDb3VudCI6IjEiLCJ3b3JkQ291bnQiOiIxNSJ9LCJ0YWciOiJub0VkaXQifQ==</bd:templateData>
            </p:ext>
          </p:extLst>
        </p:sp>
        <p:sp>
          <p:nvSpPr>
            <p:cNvPr id="17" name="TextBox 17"/>
            <p:cNvSpPr txBox="1"/>
            <p:nvPr/>
          </p:nvSpPr>
          <p:spPr>
            <a:xfrm>
              <a:off x="5583359" y="5278778"/>
              <a:ext cx="4210541" cy="281974"/>
            </a:xfrm>
            <a:prstGeom prst="rect">
              <a:avLst/>
            </a:prstGeom>
            <a:ln/>
          </p:spPr>
          <p:txBody>
            <a:bodyPr vert="horz" wrap="square" lIns="0" tIns="0" rIns="0" bIns="0" rtlCol="0" anchor="t" anchorCtr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375"/>
                </a:spcBef>
              </a:pPr>
              <a:r>
                <a:rPr lang="en-US" sz="2100">
                  <a:solidFill>
                    <a:srgbClr val="232323">
                      <a:alpha val="100000"/>
                    </a:srgbClr>
                  </a:solidFill>
                  <a:latin typeface="Noto Sans SC"/>
                  <a:ea typeface="Noto Sans SC"/>
                  <a:cs typeface="Noto Sans SC"/>
                </a:rPr>
                <a:t>联系方式与互动</a:t>
              </a:r>
            </a:p>
          </p:txBody>
          <p:extLst>
            <p:ext uri="http://schemas.baidu.com/office/drawing/2023/templateData">
              <bd:templateData xmlns:bd="http://schemas.baidu.com/office/drawing/2023/templateData" xmlns="">eyJfdGVtcGxhdGVEYXRhIjp7ImNvbnRlbnRUeXBlIjoiJGNhdGE1IiwibGluZUNvdW50IjoiMSIsIndvcmRDb3VudCI6IjE0In0sInRhZyI6Im5vRWRpdCJ9</bd:templateData>
            </p:ext>
          </p:extLst>
        </p:sp>
      </p:grpSp>
    </p:spTree>
  </p:cSld>
  <p:clrMapOvr>
    <a:masterClrMapping/>
  </p:clrMapOvr>
  <p:extLst mod="1">
    <p:ext uri="http://schemas.baidu.com/office/drawing/2023/templateData">
      <bd:templateData xmlns:bd="http://schemas.baidu.com/office/drawing/2023/templateData" xmlns="">eyJtZCI6IiIsInRwbGlkIjoiMTYiLCJ0cGxOYW1lIjoiY2F0YUxpc3Rfc2t5Ymx1ZTYiLCJlZGl0ZWQiOiJmYWxzZSJ9</bd:templateData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4570" y="2672514"/>
            <a:ext cx="2037983" cy="13716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600" b="1">
                <a:solidFill>
                  <a:srgbClr val="1338FD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eyJfdGVtcGxhdGVEYXRhIjp7ImNvbnRlbnRUeXBlIjoiJG51bWJlciIsImxpbmVDb3VudCI6IjEiLCJ3b3JkQ291bnQiOiIyIn0sInRhZyI6Im5vRWRpdCJ9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324067" y="2411659"/>
            <a:ext cx="7014337" cy="179805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050" b="1">
                <a:solidFill>
                  <a:srgbClr val="1F1F1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团队概述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eyJfdGVtcGxhdGVEYXRhIjp7ImNvbnRlbnRUeXBlIjoiJHRpdGxlIiwibGluZUNvdW50IjoiMiIsIndvcmRDb3VudCI6IjEyIn0sInRhZyI6IiR0aXRsZSJ9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eyJtZCI6IiMjIOWboumYn+amgui/sCIsInRwbGlkIjoiMTYiLCJ0cGxOYW1lIjoiaDJ0aXRsZV9za3libHVlMCIsImVkaXRlZCI6ImZhbHNlIn0=</bd:templateData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14856" y="1399106"/>
            <a:ext cx="4681530" cy="2142915"/>
          </a:xfrm>
          <a:prstGeom prst="roundRect">
            <a:avLst>
              <a:gd name="adj" fmla="val 6038"/>
            </a:avLst>
          </a:prstGeom>
          <a:solidFill>
            <a:schemeClr val="lt2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AutoShape 3"/>
          <p:cNvSpPr/>
          <p:nvPr/>
        </p:nvSpPr>
        <p:spPr>
          <a:xfrm>
            <a:off x="6714856" y="4038030"/>
            <a:ext cx="4681530" cy="2142915"/>
          </a:xfrm>
          <a:prstGeom prst="roundRect">
            <a:avLst>
              <a:gd name="adj" fmla="val 6038"/>
            </a:avLst>
          </a:prstGeom>
          <a:solidFill>
            <a:schemeClr val="lt2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AutoShape 4"/>
          <p:cNvSpPr/>
          <p:nvPr/>
        </p:nvSpPr>
        <p:spPr>
          <a:xfrm flipH="1">
            <a:off x="854441" y="2574499"/>
            <a:ext cx="4659739" cy="2419350"/>
          </a:xfrm>
          <a:prstGeom prst="roundRect">
            <a:avLst>
              <a:gd name="adj" fmla="val 6038"/>
            </a:avLst>
          </a:prstGeom>
          <a:solidFill>
            <a:schemeClr val="lt2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5" name="AutoShape 5"/>
          <p:cNvSpPr/>
          <p:nvPr/>
        </p:nvSpPr>
        <p:spPr>
          <a:xfrm>
            <a:off x="2114137" y="5224242"/>
            <a:ext cx="4463172" cy="655809"/>
          </a:xfrm>
          <a:prstGeom prst="roundRect">
            <a:avLst>
              <a:gd name="adj" fmla="val 16667"/>
            </a:avLst>
          </a:prstGeom>
          <a:solidFill>
            <a:srgbClr val="73DDE3">
              <a:alpha val="15000"/>
            </a:srgb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团队名称与定位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7" name="AutoShape 7"/>
          <p:cNvSpPr/>
          <p:nvPr/>
        </p:nvSpPr>
        <p:spPr>
          <a:xfrm>
            <a:off x="2931341" y="1669712"/>
            <a:ext cx="3783515" cy="655809"/>
          </a:xfrm>
          <a:prstGeom prst="roundRect">
            <a:avLst>
              <a:gd name="adj" fmla="val 16667"/>
            </a:avLst>
          </a:prstGeom>
          <a:solidFill>
            <a:schemeClr val="accent4">
              <a:alpha val="15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AutoShape 8"/>
          <p:cNvSpPr/>
          <p:nvPr/>
        </p:nvSpPr>
        <p:spPr>
          <a:xfrm>
            <a:off x="2180357" y="1669712"/>
            <a:ext cx="674714" cy="655809"/>
          </a:xfrm>
          <a:prstGeom prst="roundRect">
            <a:avLst>
              <a:gd name="adj" fmla="val 16667"/>
            </a:avLst>
          </a:prstGeom>
          <a:solidFill>
            <a:schemeClr val="accent4">
              <a:alpha val="15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AutoShape 9"/>
          <p:cNvSpPr/>
          <p:nvPr/>
        </p:nvSpPr>
        <p:spPr>
          <a:xfrm>
            <a:off x="987422" y="4772488"/>
            <a:ext cx="114300" cy="1143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0" name="AutoShape 10"/>
          <p:cNvSpPr/>
          <p:nvPr/>
        </p:nvSpPr>
        <p:spPr>
          <a:xfrm>
            <a:off x="11158261" y="5954700"/>
            <a:ext cx="114300" cy="114300"/>
          </a:xfrm>
          <a:prstGeom prst="ellipse">
            <a:avLst/>
          </a:prstGeom>
          <a:solidFill>
            <a:schemeClr val="accent5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1" name="AutoShape 11"/>
          <p:cNvSpPr/>
          <p:nvPr/>
        </p:nvSpPr>
        <p:spPr>
          <a:xfrm>
            <a:off x="11158261" y="3334826"/>
            <a:ext cx="114300" cy="114300"/>
          </a:xfrm>
          <a:prstGeom prst="ellipse">
            <a:avLst/>
          </a:prstGeom>
          <a:solidFill>
            <a:schemeClr val="accent5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2" name="AutoShape 12"/>
          <p:cNvSpPr/>
          <p:nvPr/>
        </p:nvSpPr>
        <p:spPr>
          <a:xfrm rot="2700000">
            <a:off x="5955556" y="4350187"/>
            <a:ext cx="1518601" cy="1518601"/>
          </a:xfrm>
          <a:prstGeom prst="roundRect">
            <a:avLst>
              <a:gd name="adj" fmla="val 13172"/>
            </a:avLst>
          </a:prstGeom>
          <a:solidFill>
            <a:schemeClr val="accent5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5762356" y="4156988"/>
            <a:ext cx="1905000" cy="1905000"/>
          </a:xfrm>
          <a:prstGeom prst="diamond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sp>
        <p:nvSpPr>
          <p:cNvPr id="14" name="AutoShape 14"/>
          <p:cNvSpPr/>
          <p:nvPr/>
        </p:nvSpPr>
        <p:spPr>
          <a:xfrm rot="2700000">
            <a:off x="5955556" y="1711263"/>
            <a:ext cx="1518601" cy="1518601"/>
          </a:xfrm>
          <a:prstGeom prst="roundRect">
            <a:avLst>
              <a:gd name="adj" fmla="val 13172"/>
            </a:avLst>
          </a:prstGeom>
          <a:solidFill>
            <a:schemeClr val="accent4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eyJfdGVtcGxhdGVEYXRhIjp7ImxpbmVDb3VudCI6IjEwIiwid29yZENvdW50IjoiMTAifSwidGFnIjoibm9FZGl0In0=</bd:templateData>
          </p:ext>
        </p:extLst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5762356" y="1518063"/>
            <a:ext cx="1905000" cy="1905000"/>
          </a:xfrm>
          <a:prstGeom prst="diamond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16" name="AutoShape 16"/>
          <p:cNvSpPr/>
          <p:nvPr/>
        </p:nvSpPr>
        <p:spPr>
          <a:xfrm rot="18900000" flipH="1">
            <a:off x="4656930" y="2926924"/>
            <a:ext cx="1714500" cy="1714500"/>
          </a:xfrm>
          <a:prstGeom prst="roundRect">
            <a:avLst>
              <a:gd name="adj" fmla="val 13172"/>
            </a:avLst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alphaModFix/>
          </a:blip>
          <a:srcRect/>
          <a:stretch>
            <a:fillRect/>
          </a:stretch>
        </p:blipFill>
        <p:spPr>
          <a:xfrm>
            <a:off x="4418805" y="2688799"/>
            <a:ext cx="2190750" cy="2190750"/>
          </a:xfrm>
          <a:prstGeom prst="diamond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sp>
        <p:nvSpPr>
          <p:cNvPr id="18" name="TextBox 18"/>
          <p:cNvSpPr txBox="1"/>
          <p:nvPr/>
        </p:nvSpPr>
        <p:spPr>
          <a:xfrm>
            <a:off x="1140219" y="2985034"/>
            <a:ext cx="3207825" cy="2695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创新驱动者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eyJfdGVtcGxhdGVEYXRhIjp7ImNvbnRlbnRUeXBlIjoiJGl0ZW0xX3RpdGxlIiwibGluZUNvdW50IjoiMSIsIndvcmRDb3VudCI6IjEyIn0sInRhZyI6IiRpdGVtMV90aXRsZSJ9</bd:templateData>
          </p:ext>
        </p:extLst>
      </p:sp>
      <p:sp>
        <p:nvSpPr>
          <p:cNvPr id="19" name="TextBox 19"/>
          <p:cNvSpPr txBox="1"/>
          <p:nvPr/>
        </p:nvSpPr>
        <p:spPr>
          <a:xfrm>
            <a:off x="1140219" y="3358789"/>
            <a:ext cx="3215030" cy="1470849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团队名称为“创领未来”，定位为专注于科技与商业结合的创新团队，致力于通过前沿技术推动行业变革，打造智能化解决方案。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eyJfdGVtcGxhdGVEYXRhIjp7ImNvbnRlbnRUeXBlIjoiJGl0ZW0xX2MiLCJsaW5lQ291bnQiOiI0Iiwid29yZENvdW50IjoiMTYifSwidGFnIjoiJGl0ZW0xX2MifQ==</bd:templateData>
          </p:ext>
        </p:extLst>
      </p:sp>
      <p:sp>
        <p:nvSpPr>
          <p:cNvPr id="20" name="TextBox 20"/>
          <p:cNvSpPr txBox="1"/>
          <p:nvPr/>
        </p:nvSpPr>
        <p:spPr>
          <a:xfrm>
            <a:off x="7821497" y="1707706"/>
            <a:ext cx="2931341" cy="2695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跨领域协作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eyJfdGVtcGxhdGVEYXRhIjp7ImNvbnRlbnRUeXBlIjoiJGl0ZW0yX3RpdGxlIiwibGluZUNvdW50IjoiMSIsIndvcmRDb3VudCI6IjExIn0sInRhZyI6IiRpdGVtMl90aXRsZSJ9</bd:templateData>
          </p:ext>
        </p:extLst>
      </p:sp>
      <p:sp>
        <p:nvSpPr>
          <p:cNvPr id="21" name="TextBox 21"/>
          <p:cNvSpPr txBox="1"/>
          <p:nvPr/>
        </p:nvSpPr>
        <p:spPr>
          <a:xfrm>
            <a:off x="7821497" y="2071935"/>
            <a:ext cx="3215030" cy="141293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团队成员来自技术、市场、设计等多领域，强调协作与资源整合，旨在为客户提供全方位的服务支持。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eyJfdGVtcGxhdGVEYXRhIjp7ImNvbnRlbnRUeXBlIjoiJGl0ZW0yX2MiLCJsaW5lQ291bnQiOiI0Iiwid29yZENvdW50IjoiMTYifSwidGFnIjoiJGl0ZW0yX2MifQ==</bd:templateData>
          </p:ext>
        </p:extLst>
      </p:sp>
      <p:sp>
        <p:nvSpPr>
          <p:cNvPr id="22" name="TextBox 22"/>
          <p:cNvSpPr txBox="1"/>
          <p:nvPr/>
        </p:nvSpPr>
        <p:spPr>
          <a:xfrm>
            <a:off x="7821497" y="4365680"/>
            <a:ext cx="2855071" cy="2695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价值观导向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eyJfdGVtcGxhdGVEYXRhIjp7ImNvbnRlbnRUeXBlIjoiJGl0ZW0zX3RpdGxlIiwibGluZUNvdW50IjoiMSIsIndvcmRDb3VudCI6IjEwIn0sInRhZyI6IiRpdGVtM190aXRsZSJ9</bd:templateData>
          </p:ext>
        </p:extLst>
      </p:sp>
      <p:sp>
        <p:nvSpPr>
          <p:cNvPr id="23" name="TextBox 23"/>
          <p:cNvSpPr txBox="1"/>
          <p:nvPr/>
        </p:nvSpPr>
        <p:spPr>
          <a:xfrm>
            <a:off x="7821497" y="4710860"/>
            <a:ext cx="3215030" cy="1412935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以“诚信、创新、共赢”为核心价值观，注重社会责任与可持续发展，塑造行业标杆形象。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eyJfdGVtcGxhdGVEYXRhIjp7ImNvbnRlbnRUeXBlIjoiJGl0ZW0zX2MiLCJsaW5lQ291bnQiOiI0Iiwid29yZENvdW50IjoiMTYifSwidGFnIjoiJGl0ZW0zX2MifQ==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boumYn+WQjeensOS4juWumuS9jVxuIyMjIOWIm+aWsOmpseWKqOiAhVxu5Zui6Zif5ZCN56ew5Li64oCc5Yib6aKG5pyq5p2l4oCd77yM5a6a5L2N5Li65LiT5rOo5LqO56eR5oqA5LiO5ZWG5Lia57uT5ZCI55qE5Yib5paw5Zui6Zif77yM6Ie05Yqb5LqO6YCa6L+H5YmN5rK/5oqA5pyv5o6o5Yqo6KGM5Lia5Y+Y6Z2p77yM5omT6YCg5pm66IO95YyW6Kej5Yaz5pa55qGI44CCXG4jIyMg6Leo6aKG5Z+f5Y2P5L2cXG7lm6LpmJ/miJDlkZjmnaXoh6rmioDmnK/jgIHluILlnLrjgIHorr7orqHnrYnlpJrpoobln5/vvIzlvLrosIPljY/kvZzkuI7otYTmupDmlbTlkIjvvIzml6jlnKjkuLrlrqLmiLfmj5DkvpvlhajmlrnkvY3nmoTmnI3liqHmlK/mjIHjgIJcbiMjIyDku7flgLzop4Llr7zlkJFcbuS7peKAnOivmuS/oeOAgeWIm+aWsOOAgeWFsei1ouKAneS4uuaguOW/g+S7t+WAvOingu+8jOazqOmHjeekvuS8mui0o+S7u+S4juWPr+aMgee7reWPkeWxle+8jOWhkemAoOihjOS4muagh+adhuW9ouixoeOAgiIsInRwbGlkIjoiMTYiLCJ0cGxOYW1lIjoibGlzdDNfMjAyNTA3MDMyNSIsImVkaXRlZCI6ImZhbHNlIn0=</bd:templateData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391988" y="1845509"/>
            <a:ext cx="4092893" cy="40925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69" y="10800"/>
                </a:moveTo>
                <a:cubicBezTo>
                  <a:pt x="269" y="4983"/>
                  <a:pt x="4983" y="269"/>
                  <a:pt x="10800" y="269"/>
                </a:cubicBezTo>
                <a:cubicBezTo>
                  <a:pt x="16616" y="268"/>
                  <a:pt x="21330" y="4983"/>
                  <a:pt x="21331" y="10799"/>
                </a:cubicBezTo>
                <a:lnTo>
                  <a:pt x="21600" y="10800"/>
                </a:lnTo>
                <a:cubicBezTo>
                  <a:pt x="21600" y="4835"/>
                  <a:pt x="16764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lnTo>
                  <a:pt x="269" y="10800"/>
                </a:lnTo>
              </a:path>
            </a:pathLst>
          </a:cu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16675" r="16675"/>
          <a:stretch>
            <a:fillRect/>
          </a:stretch>
        </p:blipFill>
        <p:spPr>
          <a:xfrm>
            <a:off x="702027" y="2155390"/>
            <a:ext cx="3472815" cy="3472815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4" name="TextBox 4"/>
          <p:cNvSpPr txBox="1"/>
          <p:nvPr/>
        </p:nvSpPr>
        <p:spPr>
          <a:xfrm>
            <a:off x="6097260" y="3180638"/>
            <a:ext cx="5610225" cy="74986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计划在两年内覆盖全国主要城市，并逐步开拓国际市场，实现业务规模增长300%。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eyJfdGVtcGxhdGVEYXRhIjp7ImNvbnRlbnRUeXBlIjoiJGl0ZW0yX2MiLCJsaW5lQ291bnQiOiIyIiwid29yZENvdW50IjoiMjcifSwidGFnIjoiJGl0ZW0yX2MifQ==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6097260" y="2722499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市场拓展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eyJfdGVtcGxhdGVEYXRhIjp7ImNvbnRlbnRUeXBlIjoiJGl0ZW0yX3RpdGxlIiwibGluZUNvdW50IjoiMSIsIndvcmRDb3VudCI6IjEwIn0sInRhZyI6IiRpdGVtMl90aXRsZSJ9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6097260" y="4437395"/>
            <a:ext cx="5610225" cy="72277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通过定制化服务和快速响应机制，确保客户满意度达95%以上，建立长期合作关系。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eyJfdGVtcGxhdGVEYXRhIjp7ImNvbnRlbnRUeXBlIjoiJGl0ZW0zX2MiLCJsaW5lQ291bnQiOiIyIiwid29yZENvdW50IjoiMjcifSwidGFnIjoiJGl0ZW0zX2MifQ==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6097260" y="3979255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客户满意度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eyJfdGVtcGxhdGVEYXRhIjp7ImNvbnRlbnRUeXBlIjoiJGl0ZW0zX3RpdGxlIiwibGluZUNvdW50IjoiMSIsIndvcmRDb3VudCI6IjEwIn0sInRhZyI6IiRpdGVtM190aXRsZSJ9</bd:templateData>
          </p:ext>
        </p:extLst>
      </p:sp>
      <p:sp>
        <p:nvSpPr>
          <p:cNvPr id="8" name="AutoShape 8"/>
          <p:cNvSpPr/>
          <p:nvPr/>
        </p:nvSpPr>
        <p:spPr>
          <a:xfrm>
            <a:off x="5233189" y="2868543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AutoShape 9"/>
          <p:cNvSpPr/>
          <p:nvPr/>
        </p:nvSpPr>
        <p:spPr>
          <a:xfrm>
            <a:off x="5233189" y="4125300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0" name="AutoShape 10"/>
          <p:cNvSpPr/>
          <p:nvPr/>
        </p:nvSpPr>
        <p:spPr>
          <a:xfrm>
            <a:off x="4471189" y="5373364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1" name="AutoShape 11"/>
          <p:cNvSpPr/>
          <p:nvPr/>
        </p:nvSpPr>
        <p:spPr>
          <a:xfrm>
            <a:off x="4471189" y="1642200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4470237" y="1782217"/>
            <a:ext cx="763905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5232236" y="3008561"/>
            <a:ext cx="763905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5248581" y="4265317"/>
            <a:ext cx="744855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4470237" y="5513381"/>
            <a:ext cx="763905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eyJfdGVtcGxhdGVEYXRhIjp7ImxpbmVDb3VudCI6IjEiLCJ3b3JkQ291bnQiOiIxIn0sInRhZyI6Im5vRWRpdCJ9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5418969" y="1989857"/>
            <a:ext cx="5902509" cy="7326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聚焦人工智能、大数据等核心技术研发，目标是三年内实现至少5项专利技术落地，推动行业技术升级。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eyJfdGVtcGxhdGVEYXRhIjp7ImNvbnRlbnRUeXBlIjoiJGl0ZW0xX2MiLCJsaW5lQ291bnQiOiIyIiwid29yZENvdW50IjoiMjkifSwidGFnIjoiJGl0ZW0xX2MifQ==</bd:templateData>
          </p:ext>
        </p:extLst>
      </p:sp>
      <p:sp>
        <p:nvSpPr>
          <p:cNvPr id="17" name="TextBox 17"/>
          <p:cNvSpPr txBox="1"/>
          <p:nvPr/>
        </p:nvSpPr>
        <p:spPr>
          <a:xfrm>
            <a:off x="5418969" y="1531718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技术突破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eyJfdGVtcGxhdGVEYXRhIjp7ImNvbnRlbnRUeXBlIjoiJGl0ZW0xX3RpdGxlIiwibGluZUNvdW50IjoiMSIsIndvcmRDb3VudCI6IjEwIn0sInRhZyI6IiRpdGVtMV90aXRsZSJ9</bd:templateData>
          </p:ext>
        </p:extLst>
      </p:sp>
      <p:sp>
        <p:nvSpPr>
          <p:cNvPr id="18" name="TextBox 18"/>
          <p:cNvSpPr txBox="1"/>
          <p:nvPr/>
        </p:nvSpPr>
        <p:spPr>
          <a:xfrm>
            <a:off x="5387222" y="5699240"/>
            <a:ext cx="5610225" cy="74986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每年投入10%的营收用于团队培训与人才引进，打造高绩效、高凝聚力的专业团队。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eyJfdGVtcGxhdGVEYXRhIjp7ImNvbnRlbnRUeXBlIjoiJGl0ZW00X2MiLCJsaW5lQ291bnQiOiIyIiwid29yZENvdW50IjoiMjcifSwidGFnIjoiJGl0ZW00X2MifQ==</bd:templateData>
          </p:ext>
        </p:extLst>
      </p:sp>
      <p:sp>
        <p:nvSpPr>
          <p:cNvPr id="19" name="TextBox 19"/>
          <p:cNvSpPr txBox="1"/>
          <p:nvPr/>
        </p:nvSpPr>
        <p:spPr>
          <a:xfrm>
            <a:off x="5387222" y="5241100"/>
            <a:ext cx="3280773" cy="560841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人才培养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eyJfdGVtcGxhdGVEYXRhIjp7ImNvbnRlbnRUeXBlIjoiJGl0ZW00X3RpdGxlIiwibGluZUNvdW50IjoiMSIsIndvcmRDb3VudCI6IjEwIn0sInRhZyI6IiRpdGVtNF90aXRsZSJ9</bd:templateData>
          </p:ext>
        </p:extLst>
      </p:sp>
      <p:sp>
        <p:nvSpPr>
          <p:cNvPr id="20" name="TextBox 2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团队核心目标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boumYn+aguOW/g+ebruagh1xuIyMjIOaKgOacr+eqgeegtFxu6IGa54Sm5Lq65bel5pm66IO944CB5aSn5pWw5o2u562J5qC45b+D5oqA5pyv56CU5Y+R77yM55uu5qCH5piv5LiJ5bm05YaF5a6e546w6Iez5bCRNemhueS4k+WIqeaKgOacr+iQveWcsO+8jOaOqOWKqOihjOS4muaKgOacr+WNh+e6p+OAglxuIyMjIOW4guWcuuaLk+WxlVxu6K6h5YiS5Zyo5Lik5bm05YaF6KaG55uW5YWo5Zu95Li76KaB5Z+O5biC77yM5bm26YCQ5q2l5byA5ouT5Zu96ZmF5biC5Zy677yM5a6e546w5Lia5Yqh6KeE5qih5aKe6ZW/MzAwJeOAglxuIyMjIOWuouaIt+a7oeaEj+W6plxu6YCa6L+H5a6a5Yi25YyW5pyN5Yqh5ZKM5b+r6YCf5ZON5bqU5py65Yi277yM56Gu5L+d5a6i5oi35ruh5oSP5bqm6L6+OTUl5Lul5LiK77yM5bu656uL6ZW/5pyf5ZCI5L2c5YWz57O744CCXG4jIyMg5Lq65omN5Z+55YW7XG7mr4/lubTmipXlhaUxMCXnmoTokKXmlLbnlKjkuo7lm6LpmJ/ln7norq3kuI7kurrmiY3lvJXov5vvvIzmiZPpgKDpq5jnu6nmlYjjgIHpq5jlh53ogZrlipvnmoTkuJPkuJrlm6LpmJ/jgIIiLCJ0cGxpZCI6IjE2IiwidHBsTmFtZSI6Imxpc3Q0X0ltZ1dMTDI0MDMyODAxIiwiZWRpdGVkIjoiZmFsc2UifQ==</bd:templateData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4570" y="2672514"/>
            <a:ext cx="2037983" cy="13716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600" b="1">
                <a:solidFill>
                  <a:srgbClr val="1338FD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eyJfdGVtcGxhdGVEYXRhIjp7ImNvbnRlbnRUeXBlIjoiJG51bWJlciIsImxpbmVDb3VudCI6IjEiLCJ3b3JkQ291bnQiOiIyIn0sInRhZyI6Im5vRWRpdCJ9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324067" y="2411659"/>
            <a:ext cx="7014337" cy="179805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050" b="1">
                <a:solidFill>
                  <a:srgbClr val="1F1F1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团队成员介绍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eyJfdGVtcGxhdGVEYXRhIjp7ImNvbnRlbnRUeXBlIjoiJHRpdGxlIiwibGluZUNvdW50IjoiMiIsIndvcmRDb3VudCI6IjEyIn0sInRhZyI6IiR0aXRsZSJ9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eyJtZCI6IiMjIOWboumYn+aIkOWRmOS7i+e7jSIsInRwbGlkIjoiMTYiLCJ0cGxOYW1lIjoiaDJ0aXRsZV9za3libHVlMCIsImVkaXRlZCI6ImZhbHNlIn0=</bd:templateData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核心成员背景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grpSp>
        <p:nvGrpSpPr>
          <p:cNvPr id="3" name="Group 3"/>
          <p:cNvGrpSpPr/>
          <p:nvPr/>
        </p:nvGrpSpPr>
        <p:grpSpPr>
          <a:xfrm>
            <a:off x="839115" y="1512589"/>
            <a:ext cx="197186" cy="5357334"/>
            <a:chOff x="839115" y="1512589"/>
            <a:chExt cx="197186" cy="5357334"/>
          </a:xfrm>
        </p:grpSpPr>
        <p:sp>
          <p:nvSpPr>
            <p:cNvPr id="4" name="AutoShape 4"/>
            <p:cNvSpPr/>
            <p:nvPr/>
          </p:nvSpPr>
          <p:spPr>
            <a:xfrm>
              <a:off x="839115" y="1512589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AutoShape 5"/>
            <p:cNvSpPr/>
            <p:nvPr/>
          </p:nvSpPr>
          <p:spPr>
            <a:xfrm>
              <a:off x="839115" y="323014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AutoShape 6"/>
            <p:cNvSpPr/>
            <p:nvPr/>
          </p:nvSpPr>
          <p:spPr>
            <a:xfrm>
              <a:off x="839115" y="4975845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7" name="Connector 7"/>
            <p:cNvCxnSpPr/>
            <p:nvPr/>
          </p:nvCxnSpPr>
          <p:spPr>
            <a:xfrm>
              <a:off x="937708" y="1624780"/>
              <a:ext cx="0" cy="5245143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7914376" y="1611182"/>
            <a:ext cx="3342265" cy="4711690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9" name="TextBox 9"/>
          <p:cNvSpPr txBox="1"/>
          <p:nvPr/>
        </p:nvSpPr>
        <p:spPr>
          <a:xfrm>
            <a:off x="1297192" y="1308287"/>
            <a:ext cx="4348638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专业深度匹配项目需求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eyJfdGVtcGxhdGVEYXRhIjp7ImNvbnRlbnRUeXBlIjoiJGl0ZW0xX3RpdGxlIiwibGluZUNvdW50IjoiMSIsIndvcmRDb3VudCI6IjE1In0sInRhZyI6IiRpdGVtMV90aXRsZSJ9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1297192" y="4762018"/>
            <a:ext cx="4414526" cy="62484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跨学科协同创新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eyJfdGVtcGxhdGVEYXRhIjp7ImNvbnRlbnRUeXBlIjoiJGl0ZW0zX3RpdGxlIiwibGluZUNvdW50IjoiMSIsIndvcmRDb3VudCI6IjE1In0sInRhZyI6IiRpdGVtM190aXRsZSJ9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1297192" y="3025846"/>
            <a:ext cx="4348638" cy="60579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硬核履历增强可信度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eyJfdGVtcGxhdGVEYXRhIjp7ImNvbnRlbnRUeXBlIjoiJGl0ZW0yX3RpdGxlIiwibGluZUNvdW50IjoiMSIsIndvcmRDb3VudCI6IjE1In0sInRhZyI6IiRpdGVtMl90aXRsZSJ9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1297192" y="1815305"/>
            <a:ext cx="6136741" cy="1203960"/>
          </a:xfrm>
          <a:prstGeom prst="rect">
            <a:avLst/>
          </a:prstGeom>
          <a:ln/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团队成员均来自与项目强相关的学科领域（如人工智能、市场营销、工业设计），其中3人拥有国家级科研项目经验，2人发表过核心期刊论文，确保技术研发与商业落地的专业支撑。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eyJfdGVtcGxhdGVEYXRhIjp7ImNvbnRlbnRUeXBlIjoiJGl0ZW0xX2MiLCJsaW5lQ291bnQiOiIzIiwid29yZENvdW50IjoiMzAifSwidGFnIjoiJGl0ZW0xX2MifQ==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1297192" y="3554425"/>
            <a:ext cx="6124470" cy="1152525"/>
          </a:xfrm>
          <a:prstGeom prst="rect">
            <a:avLst/>
          </a:prstGeom>
          <a:ln/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突出成员标签化优势（如“ACM竞赛亚洲区金牌”“500强企业商业分析实习”“红点设计奖得主”），通过可量化的成就（如“主导开发3项发明专利”）快速建立评委信任。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eyJfdGVtcGxhdGVEYXRhIjp7ImNvbnRlbnRUeXBlIjoiJGl0ZW0yX2MiLCJsaW5lQ291bnQiOiIzIiwid29yZENvdW50IjoiMzAifSwidGFnIjoiJGl0ZW0yX2MifQ==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1297192" y="5293419"/>
            <a:ext cx="6112200" cy="1152525"/>
          </a:xfrm>
          <a:prstGeom prst="rect">
            <a:avLst/>
          </a:prstGeom>
          <a:ln/>
        </p:spPr>
        <p:txBody>
          <a:bodyPr vert="horz" wrap="square" lIns="123825" tIns="0" rIns="5715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团队涵盖技术开发、商业模式设计、用户体验研究等多元背景，形成“技术-产品-市场”的黄金三角结构，能系统性解决创新链条中的复杂问题。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eyJfdGVtcGxhdGVEYXRhIjp7ImNvbnRlbnRUeXBlIjoiJGl0ZW0zX2MiLCJsaW5lQ291bnQiOiIzIiwid29yZENvdW50IjoiMzAifSwidGFnIjoiJGl0ZW0zX2MifQ==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aguOW/g+aIkOWRmOiDjOaZr1xuIyMjIOS4k+S4mua3seW6puWMuemFjemhueebrumcgOaxglxu5Zui6Zif5oiQ5ZGY5Z2H5p2l6Ieq5LiO6aG555uu5by655u45YWz55qE5a2m56eR6aKG5Z+f77yI5aaC5Lq65bel5pm66IO944CB5biC5Zy66JCl6ZSA44CB5bel5Lia6K6+6K6h77yJ77yM5YW25LitM+S6uuaLpeacieWbveWutue6p+enkeeglOmhueebrue7j+mqjO+8jDLkurrlj5Hooajov4fmoLjlv4PmnJ/liIrorrrmlofvvIznoa7kv53mioDmnK/noJTlj5HkuI7llYbkuJrokL3lnLDnmoTkuJPkuJrmlK/mkpHjgIJcbiMjIyDnoazmoLjlsaXljoblop7lvLrlj6/kv6HluqZcbueqgeWHuuaIkOWRmOagh+etvuWMluS8mOWKv++8iOWmguKAnEFDTeernui1m+S6mua0suWMuumHkeeJjOKAneKAnDUwMOW8uuS8geS4muWVhuS4muWIhuaekOWunuS5oOKAneKAnOe6oueCueiuvuiuoeWlluW+l+S4u+KAne+8ie+8jOmAmui/h+WPr+mHj+WMlueahOaIkOWwse+8iOWmguKAnOS4u+WvvOW8gOWPkTPpobnlj5HmmI7kuJPliKnigJ3vvInlv6vpgJ/lu7rnq4vor4Tlp5Tkv6Hku7vjgIJcbiMjIyDot6jlrabnp5HljY/lkIzliJvmlrBcbuWboumYn+a2teebluaKgOacr+W8gOWPkeOAgeWVhuS4muaooeW8j+iuvuiuoeOAgeeUqOaIt+S9k+mqjOeglOeptuetieWkmuWFg+iDjOaZr++8jOW9ouaIkOKAnOaKgOacry3kuqflk4Et5biC5Zy64oCd55qE6buE6YeR5LiJ6KeS57uT5p6E77yM6IO957O757uf5oCn6Kej5Yaz5Yib5paw6ZO+5p2h5Lit55qE5aSN5p2C6Zeu6aKY44CCIiwidHBsaWQiOiIxNiIsInRwbE5hbWUiOiJsaXN0M19zYW1lU3R5bGUxcGljMiIsImVkaXRlZCI6ImZhbHNlIn0=</bd:templateData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152400" y="330831"/>
            <a:ext cx="783393" cy="783393"/>
            <a:chOff x="2830476" y="4738750"/>
            <a:chExt cx="783393" cy="783393"/>
          </a:xfrm>
        </p:grpSpPr>
        <p:sp>
          <p:nvSpPr>
            <p:cNvPr id="9" name="AutoShape 9"/>
            <p:cNvSpPr/>
            <p:nvPr/>
          </p:nvSpPr>
          <p:spPr>
            <a:xfrm>
              <a:off x="2830476" y="4738750"/>
              <a:ext cx="783393" cy="783393"/>
            </a:xfrm>
            <a:prstGeom prst="ellipse">
              <a:avLst/>
            </a:prstGeom>
            <a:solidFill>
              <a:schemeClr val="accent2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3050525" y="4958799"/>
              <a:ext cx="343295" cy="343295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47650" y="38100"/>
                  </a:moveTo>
                  <a:lnTo>
                    <a:pt x="247650" y="57598"/>
                  </a:lnTo>
                  <a:cubicBezTo>
                    <a:pt x="247650" y="78657"/>
                    <a:pt x="230610" y="95698"/>
                    <a:pt x="209550" y="95698"/>
                  </a:cubicBezTo>
                  <a:cubicBezTo>
                    <a:pt x="188490" y="95698"/>
                    <a:pt x="171450" y="78657"/>
                    <a:pt x="171450" y="57598"/>
                  </a:cubicBezTo>
                  <a:lnTo>
                    <a:pt x="171450" y="38100"/>
                  </a:lnTo>
                  <a:lnTo>
                    <a:pt x="133350" y="38100"/>
                  </a:lnTo>
                  <a:lnTo>
                    <a:pt x="133350" y="57598"/>
                  </a:lnTo>
                  <a:cubicBezTo>
                    <a:pt x="133350" y="78657"/>
                    <a:pt x="116310" y="95698"/>
                    <a:pt x="95250" y="95698"/>
                  </a:cubicBezTo>
                  <a:cubicBezTo>
                    <a:pt x="74190" y="95698"/>
                    <a:pt x="57150" y="78657"/>
                    <a:pt x="57150" y="57598"/>
                  </a:cubicBezTo>
                  <a:lnTo>
                    <a:pt x="57150" y="38100"/>
                  </a:lnTo>
                  <a:lnTo>
                    <a:pt x="0" y="3810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38100"/>
                  </a:lnTo>
                  <a:lnTo>
                    <a:pt x="247650" y="38100"/>
                  </a:lnTo>
                  <a:close/>
                </a:path>
                <a:path w="304800" h="304800">
                  <a:moveTo>
                    <a:pt x="95250" y="266700"/>
                  </a:moveTo>
                  <a:lnTo>
                    <a:pt x="57150" y="266700"/>
                  </a:lnTo>
                  <a:lnTo>
                    <a:pt x="57150" y="228600"/>
                  </a:lnTo>
                  <a:lnTo>
                    <a:pt x="95250" y="228600"/>
                  </a:lnTo>
                  <a:lnTo>
                    <a:pt x="95250" y="266700"/>
                  </a:lnTo>
                  <a:close/>
                </a:path>
                <a:path w="304800" h="304800">
                  <a:moveTo>
                    <a:pt x="95250" y="190500"/>
                  </a:moveTo>
                  <a:lnTo>
                    <a:pt x="57150" y="190500"/>
                  </a:lnTo>
                  <a:lnTo>
                    <a:pt x="57150" y="152400"/>
                  </a:lnTo>
                  <a:lnTo>
                    <a:pt x="95250" y="152400"/>
                  </a:lnTo>
                  <a:lnTo>
                    <a:pt x="95250" y="190500"/>
                  </a:lnTo>
                  <a:close/>
                </a:path>
                <a:path w="304800" h="304800">
                  <a:moveTo>
                    <a:pt x="171450" y="266700"/>
                  </a:moveTo>
                  <a:lnTo>
                    <a:pt x="133350" y="266700"/>
                  </a:lnTo>
                  <a:lnTo>
                    <a:pt x="133350" y="228600"/>
                  </a:lnTo>
                  <a:lnTo>
                    <a:pt x="171450" y="228600"/>
                  </a:lnTo>
                  <a:lnTo>
                    <a:pt x="171450" y="266700"/>
                  </a:lnTo>
                  <a:close/>
                </a:path>
                <a:path w="304800" h="304800">
                  <a:moveTo>
                    <a:pt x="171450" y="190500"/>
                  </a:moveTo>
                  <a:lnTo>
                    <a:pt x="133350" y="190500"/>
                  </a:lnTo>
                  <a:lnTo>
                    <a:pt x="133350" y="152400"/>
                  </a:lnTo>
                  <a:lnTo>
                    <a:pt x="171450" y="152400"/>
                  </a:lnTo>
                  <a:lnTo>
                    <a:pt x="171450" y="190500"/>
                  </a:lnTo>
                  <a:close/>
                </a:path>
                <a:path w="304800" h="304800">
                  <a:moveTo>
                    <a:pt x="209550" y="266700"/>
                  </a:moveTo>
                  <a:lnTo>
                    <a:pt x="209550" y="228600"/>
                  </a:lnTo>
                  <a:lnTo>
                    <a:pt x="247650" y="228600"/>
                  </a:lnTo>
                  <a:lnTo>
                    <a:pt x="209550" y="266700"/>
                  </a:lnTo>
                  <a:close/>
                </a:path>
                <a:path w="304800" h="304800">
                  <a:moveTo>
                    <a:pt x="247650" y="190500"/>
                  </a:moveTo>
                  <a:lnTo>
                    <a:pt x="209550" y="190500"/>
                  </a:lnTo>
                  <a:lnTo>
                    <a:pt x="209550" y="152400"/>
                  </a:lnTo>
                  <a:lnTo>
                    <a:pt x="247650" y="152400"/>
                  </a:lnTo>
                  <a:lnTo>
                    <a:pt x="247650" y="190500"/>
                  </a:lnTo>
                  <a:close/>
                </a:path>
                <a:path w="304800" h="304800">
                  <a:moveTo>
                    <a:pt x="76200" y="57150"/>
                  </a:moveTo>
                  <a:lnTo>
                    <a:pt x="76200" y="19050"/>
                  </a:lnTo>
                  <a:cubicBezTo>
                    <a:pt x="76200" y="8525"/>
                    <a:pt x="84725" y="0"/>
                    <a:pt x="95250" y="0"/>
                  </a:cubicBezTo>
                  <a:cubicBezTo>
                    <a:pt x="105775" y="0"/>
                    <a:pt x="114300" y="8525"/>
                    <a:pt x="114300" y="19050"/>
                  </a:cubicBezTo>
                  <a:lnTo>
                    <a:pt x="114300" y="57150"/>
                  </a:lnTo>
                  <a:cubicBezTo>
                    <a:pt x="114300" y="67675"/>
                    <a:pt x="105775" y="76200"/>
                    <a:pt x="95250" y="76200"/>
                  </a:cubicBezTo>
                  <a:cubicBezTo>
                    <a:pt x="84725" y="76200"/>
                    <a:pt x="76200" y="67675"/>
                    <a:pt x="76200" y="57150"/>
                  </a:cubicBezTo>
                  <a:close/>
                </a:path>
                <a:path w="304800" h="304800">
                  <a:moveTo>
                    <a:pt x="190500" y="57150"/>
                  </a:moveTo>
                  <a:lnTo>
                    <a:pt x="190500" y="19050"/>
                  </a:lnTo>
                  <a:cubicBezTo>
                    <a:pt x="190500" y="8525"/>
                    <a:pt x="199025" y="0"/>
                    <a:pt x="209550" y="0"/>
                  </a:cubicBezTo>
                  <a:cubicBezTo>
                    <a:pt x="220075" y="0"/>
                    <a:pt x="228600" y="8525"/>
                    <a:pt x="228600" y="19050"/>
                  </a:cubicBezTo>
                  <a:lnTo>
                    <a:pt x="228600" y="57150"/>
                  </a:lnTo>
                  <a:cubicBezTo>
                    <a:pt x="228600" y="67675"/>
                    <a:pt x="220075" y="76200"/>
                    <a:pt x="209550" y="76200"/>
                  </a:cubicBezTo>
                  <a:cubicBezTo>
                    <a:pt x="199025" y="76200"/>
                    <a:pt x="190500" y="67675"/>
                    <a:pt x="190500" y="5715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11993" y="265328"/>
            <a:ext cx="1070353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 dirty="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成员1</a:t>
            </a:r>
            <a:r>
              <a:rPr lang="zh-CN" altLang="en-US" sz="3000" b="1" dirty="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介绍</a:t>
            </a:r>
            <a:endParaRPr lang="en-US" sz="3000" b="1" dirty="0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  <p:extLst mod="1"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</p:spTree>
  </p:cSld>
  <p:clrMapOvr>
    <a:masterClrMapping/>
  </p:clrMapOvr>
  <p:extLst mod="1">
    <p:ext uri="http://schemas.baidu.com/office/drawing/2023/templateData">
      <bd:templateData xmlns:bd="http://schemas.baidu.com/office/drawing/2023/templateData" xmlns="">eyJtZCI6IiMjIOaIkOWRmOiBjOi0o+WIhuW3pVxuIyMjIOaKgOacr+eglOWPkee7hFxu55SxMuWQjeiuoeeul+acuuS4k+S4muaIkOWRmOi0n+i0o+eul+azleS8mOWMluS4juS6p+WTgeW8gOWPke+8jOS4u+WvvOS4k+WIqeaSsOWGmeWPiuWOn+Wei+a1i+ivle+8jOWFtuWIhuW3pee7huWMluWIsOKAnOWJjeerr+S6pOS6kuiuvuiuoeKAneS4juKAnOWQjuerr+aetuaehOaQreW7uuKAneWtkOaooeWdl+OAglxuIyMjIOWVhuS4mui/kOiQpee7hFxuMeWQjee7j+euoeWtpumZouaIkOWRmOeJteWktOW4guWcuuiwg+eglOS4jui0ouWKoeaooeWei+aQreW7uu+8jOWNj+WQjDHlkI3kvKDmkq3lrabmiJDlkZjlrozmiJDlk4HniYznrZbliJLvvIzlvaLmiJDigJzmlbDmja7liIbmnpAt5rig6YGT5ouT5bGVLeeUqOaIt+WinumVv+KAnemXreeOr+OAglxuIyMjIOmhueebrueuoeeQhue7hFxu6Zif6ZW/57uf56256L+b5bqm5bm25Y2P6LCD6LWE5rqQ77yM6YeH55So5pWP5o235byA5Y+R5qih5byP77yM6YCa6L+H5q+P5ZGo56uZ5Lya5ZCM5q2l6L+b5bGV77yM56Gu5L+d5oqA5pyv6L+t5Luj5LiO5ZWG5Lia6aqM6K+B5ZCM5q2l5o6o6L+b44CCIiwidHBsaWQiOiIxNiIsInRwbE5hbWUiOiJsaXN0U3VtM18yMzExMzA1IiwiZWRpdGVkIjoiZmFsc2UifQ==</bd:templateData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0A15E-A1CC-ECC2-4539-E18D465F1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>
            <a:extLst>
              <a:ext uri="{FF2B5EF4-FFF2-40B4-BE49-F238E27FC236}">
                <a16:creationId xmlns:a16="http://schemas.microsoft.com/office/drawing/2014/main" id="{ACFAC637-A03E-78A3-A8E7-C5E62FA434A6}"/>
              </a:ext>
            </a:extLst>
          </p:cNvPr>
          <p:cNvGrpSpPr/>
          <p:nvPr/>
        </p:nvGrpSpPr>
        <p:grpSpPr>
          <a:xfrm>
            <a:off x="152400" y="330831"/>
            <a:ext cx="783393" cy="783393"/>
            <a:chOff x="2830476" y="4738750"/>
            <a:chExt cx="783393" cy="783393"/>
          </a:xfrm>
        </p:grpSpPr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68191397-9149-336F-35D2-146CBCD2E0CE}"/>
                </a:ext>
              </a:extLst>
            </p:cNvPr>
            <p:cNvSpPr/>
            <p:nvPr/>
          </p:nvSpPr>
          <p:spPr>
            <a:xfrm>
              <a:off x="2830476" y="4738750"/>
              <a:ext cx="783393" cy="783393"/>
            </a:xfrm>
            <a:prstGeom prst="ellipse">
              <a:avLst/>
            </a:prstGeom>
            <a:solidFill>
              <a:schemeClr val="accent2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74B099F-4D0A-AC66-0EC0-EFB7C46B55F1}"/>
                </a:ext>
              </a:extLst>
            </p:cNvPr>
            <p:cNvSpPr/>
            <p:nvPr/>
          </p:nvSpPr>
          <p:spPr>
            <a:xfrm>
              <a:off x="3050525" y="4958799"/>
              <a:ext cx="343295" cy="343295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47650" y="38100"/>
                  </a:moveTo>
                  <a:lnTo>
                    <a:pt x="247650" y="57598"/>
                  </a:lnTo>
                  <a:cubicBezTo>
                    <a:pt x="247650" y="78657"/>
                    <a:pt x="230610" y="95698"/>
                    <a:pt x="209550" y="95698"/>
                  </a:cubicBezTo>
                  <a:cubicBezTo>
                    <a:pt x="188490" y="95698"/>
                    <a:pt x="171450" y="78657"/>
                    <a:pt x="171450" y="57598"/>
                  </a:cubicBezTo>
                  <a:lnTo>
                    <a:pt x="171450" y="38100"/>
                  </a:lnTo>
                  <a:lnTo>
                    <a:pt x="133350" y="38100"/>
                  </a:lnTo>
                  <a:lnTo>
                    <a:pt x="133350" y="57598"/>
                  </a:lnTo>
                  <a:cubicBezTo>
                    <a:pt x="133350" y="78657"/>
                    <a:pt x="116310" y="95698"/>
                    <a:pt x="95250" y="95698"/>
                  </a:cubicBezTo>
                  <a:cubicBezTo>
                    <a:pt x="74190" y="95698"/>
                    <a:pt x="57150" y="78657"/>
                    <a:pt x="57150" y="57598"/>
                  </a:cubicBezTo>
                  <a:lnTo>
                    <a:pt x="57150" y="38100"/>
                  </a:lnTo>
                  <a:lnTo>
                    <a:pt x="0" y="3810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38100"/>
                  </a:lnTo>
                  <a:lnTo>
                    <a:pt x="247650" y="38100"/>
                  </a:lnTo>
                  <a:close/>
                </a:path>
                <a:path w="304800" h="304800">
                  <a:moveTo>
                    <a:pt x="95250" y="266700"/>
                  </a:moveTo>
                  <a:lnTo>
                    <a:pt x="57150" y="266700"/>
                  </a:lnTo>
                  <a:lnTo>
                    <a:pt x="57150" y="228600"/>
                  </a:lnTo>
                  <a:lnTo>
                    <a:pt x="95250" y="228600"/>
                  </a:lnTo>
                  <a:lnTo>
                    <a:pt x="95250" y="266700"/>
                  </a:lnTo>
                  <a:close/>
                </a:path>
                <a:path w="304800" h="304800">
                  <a:moveTo>
                    <a:pt x="95250" y="190500"/>
                  </a:moveTo>
                  <a:lnTo>
                    <a:pt x="57150" y="190500"/>
                  </a:lnTo>
                  <a:lnTo>
                    <a:pt x="57150" y="152400"/>
                  </a:lnTo>
                  <a:lnTo>
                    <a:pt x="95250" y="152400"/>
                  </a:lnTo>
                  <a:lnTo>
                    <a:pt x="95250" y="190500"/>
                  </a:lnTo>
                  <a:close/>
                </a:path>
                <a:path w="304800" h="304800">
                  <a:moveTo>
                    <a:pt x="171450" y="266700"/>
                  </a:moveTo>
                  <a:lnTo>
                    <a:pt x="133350" y="266700"/>
                  </a:lnTo>
                  <a:lnTo>
                    <a:pt x="133350" y="228600"/>
                  </a:lnTo>
                  <a:lnTo>
                    <a:pt x="171450" y="228600"/>
                  </a:lnTo>
                  <a:lnTo>
                    <a:pt x="171450" y="266700"/>
                  </a:lnTo>
                  <a:close/>
                </a:path>
                <a:path w="304800" h="304800">
                  <a:moveTo>
                    <a:pt x="171450" y="190500"/>
                  </a:moveTo>
                  <a:lnTo>
                    <a:pt x="133350" y="190500"/>
                  </a:lnTo>
                  <a:lnTo>
                    <a:pt x="133350" y="152400"/>
                  </a:lnTo>
                  <a:lnTo>
                    <a:pt x="171450" y="152400"/>
                  </a:lnTo>
                  <a:lnTo>
                    <a:pt x="171450" y="190500"/>
                  </a:lnTo>
                  <a:close/>
                </a:path>
                <a:path w="304800" h="304800">
                  <a:moveTo>
                    <a:pt x="209550" y="266700"/>
                  </a:moveTo>
                  <a:lnTo>
                    <a:pt x="209550" y="228600"/>
                  </a:lnTo>
                  <a:lnTo>
                    <a:pt x="247650" y="228600"/>
                  </a:lnTo>
                  <a:lnTo>
                    <a:pt x="209550" y="266700"/>
                  </a:lnTo>
                  <a:close/>
                </a:path>
                <a:path w="304800" h="304800">
                  <a:moveTo>
                    <a:pt x="247650" y="190500"/>
                  </a:moveTo>
                  <a:lnTo>
                    <a:pt x="209550" y="190500"/>
                  </a:lnTo>
                  <a:lnTo>
                    <a:pt x="209550" y="152400"/>
                  </a:lnTo>
                  <a:lnTo>
                    <a:pt x="247650" y="152400"/>
                  </a:lnTo>
                  <a:lnTo>
                    <a:pt x="247650" y="190500"/>
                  </a:lnTo>
                  <a:close/>
                </a:path>
                <a:path w="304800" h="304800">
                  <a:moveTo>
                    <a:pt x="76200" y="57150"/>
                  </a:moveTo>
                  <a:lnTo>
                    <a:pt x="76200" y="19050"/>
                  </a:lnTo>
                  <a:cubicBezTo>
                    <a:pt x="76200" y="8525"/>
                    <a:pt x="84725" y="0"/>
                    <a:pt x="95250" y="0"/>
                  </a:cubicBezTo>
                  <a:cubicBezTo>
                    <a:pt x="105775" y="0"/>
                    <a:pt x="114300" y="8525"/>
                    <a:pt x="114300" y="19050"/>
                  </a:cubicBezTo>
                  <a:lnTo>
                    <a:pt x="114300" y="57150"/>
                  </a:lnTo>
                  <a:cubicBezTo>
                    <a:pt x="114300" y="67675"/>
                    <a:pt x="105775" y="76200"/>
                    <a:pt x="95250" y="76200"/>
                  </a:cubicBezTo>
                  <a:cubicBezTo>
                    <a:pt x="84725" y="76200"/>
                    <a:pt x="76200" y="67675"/>
                    <a:pt x="76200" y="57150"/>
                  </a:cubicBezTo>
                  <a:close/>
                </a:path>
                <a:path w="304800" h="304800">
                  <a:moveTo>
                    <a:pt x="190500" y="57150"/>
                  </a:moveTo>
                  <a:lnTo>
                    <a:pt x="190500" y="19050"/>
                  </a:lnTo>
                  <a:cubicBezTo>
                    <a:pt x="190500" y="8525"/>
                    <a:pt x="199025" y="0"/>
                    <a:pt x="209550" y="0"/>
                  </a:cubicBezTo>
                  <a:cubicBezTo>
                    <a:pt x="220075" y="0"/>
                    <a:pt x="228600" y="8525"/>
                    <a:pt x="228600" y="19050"/>
                  </a:cubicBezTo>
                  <a:lnTo>
                    <a:pt x="228600" y="57150"/>
                  </a:lnTo>
                  <a:cubicBezTo>
                    <a:pt x="228600" y="67675"/>
                    <a:pt x="220075" y="76200"/>
                    <a:pt x="209550" y="76200"/>
                  </a:cubicBezTo>
                  <a:cubicBezTo>
                    <a:pt x="199025" y="76200"/>
                    <a:pt x="190500" y="67675"/>
                    <a:pt x="190500" y="57150"/>
                  </a:cubicBez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B432AA61-8133-D9A1-93BD-28FD6F5F792A}"/>
              </a:ext>
            </a:extLst>
          </p:cNvPr>
          <p:cNvSpPr txBox="1"/>
          <p:nvPr/>
        </p:nvSpPr>
        <p:spPr>
          <a:xfrm>
            <a:off x="1011993" y="265328"/>
            <a:ext cx="1070353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 dirty="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成员2</a:t>
            </a:r>
            <a:r>
              <a:rPr lang="zh-CN" altLang="en-US" sz="3000" b="1" dirty="0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介绍</a:t>
            </a:r>
            <a:endParaRPr lang="en-US" sz="3000" b="1" dirty="0">
              <a:solidFill>
                <a:schemeClr val="dk2">
                  <a:alpha val="100000"/>
                </a:schemeClr>
              </a:solidFill>
              <a:latin typeface="Noto Sans SC"/>
              <a:ea typeface="Noto Sans SC"/>
              <a:cs typeface="Noto Sans SC"/>
            </a:endParaRPr>
          </a:p>
        </p:txBody>
        <p:extLst mod="1"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</p:spTree>
    <p:extLst>
      <p:ext uri="{BB962C8B-B14F-4D97-AF65-F5344CB8AC3E}">
        <p14:creationId xmlns:p14="http://schemas.microsoft.com/office/powerpoint/2010/main" val="4044715527"/>
      </p:ext>
    </p:extLst>
  </p:cSld>
  <p:clrMapOvr>
    <a:masterClrMapping/>
  </p:clrMapOvr>
  <p:extLst mod="1">
    <p:ext uri="http://schemas.baidu.com/office/drawing/2023/templateData">
      <bd:templateData xmlns:bd="http://schemas.baidu.com/office/drawing/2023/templateData" xmlns="">eyJtZCI6IiMjIOaIkOWRmOiBjOi0o+WIhuW3pVxuIyMjIOaKgOacr+eglOWPkee7hFxu55SxMuWQjeiuoeeul+acuuS4k+S4muaIkOWRmOi0n+i0o+eul+azleS8mOWMluS4juS6p+WTgeW8gOWPke+8jOS4u+WvvOS4k+WIqeaSsOWGmeWPiuWOn+Wei+a1i+ivle+8jOWFtuWIhuW3pee7huWMluWIsOKAnOWJjeerr+S6pOS6kuiuvuiuoeKAneS4juKAnOWQjuerr+aetuaehOaQreW7uuKAneWtkOaooeWdl+OAglxuIyMjIOWVhuS4mui/kOiQpee7hFxuMeWQjee7j+euoeWtpumZouaIkOWRmOeJteWktOW4guWcuuiwg+eglOS4jui0ouWKoeaooeWei+aQreW7uu+8jOWNj+WQjDHlkI3kvKDmkq3lrabmiJDlkZjlrozmiJDlk4HniYznrZbliJLvvIzlvaLmiJDigJzmlbDmja7liIbmnpAt5rig6YGT5ouT5bGVLeeUqOaIt+WinumVv+KAnemXreeOr+OAglxuIyMjIOmhueebrueuoeeQhue7hFxu6Zif6ZW/57uf56256L+b5bqm5bm25Y2P6LCD6LWE5rqQ77yM6YeH55So5pWP5o235byA5Y+R5qih5byP77yM6YCa6L+H5q+P5ZGo56uZ5Lya5ZCM5q2l6L+b5bGV77yM56Gu5L+d5oqA5pyv6L+t5Luj5LiO5ZWG5Lia6aqM6K+B5ZCM5q2l5o6o6L+b44CCIiwidHBsaWQiOiIxNiIsInRwbE5hbWUiOiJsaXN0U3VtM18yMzExMzA1IiwiZWRpdGVkIjoiZmFsc2UifQ==</bd:templateData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4570" y="2742536"/>
            <a:ext cx="2037983" cy="123155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600" b="1" dirty="0">
                <a:solidFill>
                  <a:srgbClr val="1338FD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  <p:extLst mod="1"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eyJfdGVtcGxhdGVEYXRhIjp7ImNvbnRlbnRUeXBlIjoiJG51bWJlciIsImxpbmVDb3VudCI6IjEiLCJ3b3JkQ291bnQiOiIyIn0sInRhZyI6Im5vRWRpdCJ9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324067" y="2411659"/>
            <a:ext cx="7014337" cy="179805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050" b="1">
                <a:solidFill>
                  <a:srgbClr val="1F1F1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团队未来规划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eyJfdGVtcGxhdGVEYXRhIjp7ImNvbnRlbnRUeXBlIjoiJHRpdGxlIiwibGluZUNvdW50IjoiMiIsIndvcmRDb3VudCI6IjEyIn0sInRhZyI6IiR0aXRsZSJ9</bd:templateData>
          </p:ext>
        </p:extLst>
      </p:sp>
    </p:spTree>
  </p:cSld>
  <p:clrMapOvr>
    <a:masterClrMapping/>
  </p:clrMapOvr>
  <p:extLst mod="1">
    <p:ext uri="http://schemas.baidu.com/office/drawing/2023/templateData">
      <bd:templateData xmlns:bd="http://schemas.baidu.com/office/drawing/2023/templateData" xmlns="">eyJtZCI6IiMjIOWboumYn+acquadpeinhOWIkiIsInRwbGlkIjoiMTYiLCJ0cGxOYW1lIjoiaDJ0aXRsZV9za3libHVlMCIsImVkaXRlZCI6ImZhbHNlIn0=</bd:templateData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团队使命与愿景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3" name="AutoShape 3"/>
          <p:cNvSpPr/>
          <p:nvPr/>
        </p:nvSpPr>
        <p:spPr>
          <a:xfrm>
            <a:off x="537512" y="166430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1300882" y="1463721"/>
            <a:ext cx="6886575" cy="76590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明确目标导向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eyJfdGVtcGxhdGVEYXRhIjp7ImNvbnRlbnRUeXBlIjoiJGl0ZW0xX3RpdGxlIiwibGluZUNvdW50IjoiMSIsIndvcmRDb3VudCI6IjIxIn0sInRhZyI6IiRpdGVtMV90aXRsZSJ9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1300882" y="1998589"/>
            <a:ext cx="6891292" cy="1083679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我们的使命是通过创新与协作，为客户提供卓越的解决方案，推动行业进步。愿景是成为行业内最具影响力的团队，持续引领技术和服务标准。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eyJfdGVtcGxhdGVEYXRhIjp7ImNvbnRlbnRUeXBlIjoiJGl0ZW0xX2MiLCJsaW5lQ291bnQiOiIzIiwid29yZENvdW50IjoiMzgifSwidGFnIjoiJGl0ZW0xX2MifQ==</bd:templateData>
          </p:ext>
        </p:extLst>
      </p:sp>
      <p:sp>
        <p:nvSpPr>
          <p:cNvPr id="6" name="AutoShape 6"/>
          <p:cNvSpPr/>
          <p:nvPr/>
        </p:nvSpPr>
        <p:spPr>
          <a:xfrm>
            <a:off x="537512" y="3384629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1300882" y="3182098"/>
            <a:ext cx="6886575" cy="7698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长期发展承诺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eyJfdGVtcGxhdGVEYXRhIjp7ImNvbnRlbnRUeXBlIjoiJGl0ZW0yX3RpdGxlIiwibGluZUNvdW50IjoiMSIsIndvcmRDb3VudCI6IjIxIn0sInRhZyI6IiRpdGVtMl90aXRsZSJ9</bd:templateData>
          </p:ext>
        </p:extLst>
      </p:sp>
      <p:sp>
        <p:nvSpPr>
          <p:cNvPr id="8" name="AutoShape 8"/>
          <p:cNvSpPr/>
          <p:nvPr/>
        </p:nvSpPr>
        <p:spPr>
          <a:xfrm>
            <a:off x="537512" y="510495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1300882" y="4920230"/>
            <a:ext cx="6886575" cy="73418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社会价值体现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eyJfdGVtcGxhdGVEYXRhIjp7ImNvbnRlbnRUeXBlIjoiJGl0ZW0zX3RpdGxlIiwibGluZUNvdW50IjoiMSIsIndvcmRDb3VudCI6IjIxIn0sInRhZyI6IiRpdGVtM190aXRsZSJ9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1300882" y="3741456"/>
            <a:ext cx="6891292" cy="1074439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我们致力于打造可持续发展的团队文化，注重人才培养与技术积累，确保团队在五年内实现业务规模翻倍，同时保持高客户满意度。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eyJfdGVtcGxhdGVEYXRhIjp7ImNvbnRlbnRUeXBlIjoiJGl0ZW0yX2MiLCJsaW5lQ291bnQiOiIzIiwid29yZENvdW50IjoiMzgifSwidGFnIjoiJGl0ZW0yX2MifQ==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1300882" y="5424019"/>
            <a:ext cx="6891292" cy="109292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团队愿景包含社会责任维度，计划通过公益项目和技术赋能，为社区和行业创造更多共享价值，例如定期开展技能培训活动。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eyJfdGVtcGxhdGVEYXRhIjp7ImNvbnRlbnRUeXBlIjoiJGl0ZW0zX2MiLCJsaW5lQ291bnQiOiIzIiwid29yZENvdW50IjoiMzgifSwidGFnIjoiJGl0ZW0zX2MifQ==</bd:templateData>
          </p:ext>
        </p:extLst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8180831" y="1741145"/>
            <a:ext cx="4421505" cy="4421505"/>
          </a:xfrm>
          <a:prstGeom prst="ellipse">
            <a:avLst/>
          </a:prstGeom>
        </p:spPr>
        <p:extLst mod="1"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cxnSp>
        <p:nvCxnSpPr>
          <p:cNvPr id="13" name="Connector 13"/>
          <p:cNvCxnSpPr/>
          <p:nvPr/>
        </p:nvCxnSpPr>
        <p:spPr>
          <a:xfrm>
            <a:off x="856577" y="2403263"/>
            <a:ext cx="0" cy="896335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cxnSp>
      <p:cxnSp>
        <p:nvCxnSpPr>
          <p:cNvPr id="14" name="Connector 14"/>
          <p:cNvCxnSpPr/>
          <p:nvPr/>
        </p:nvCxnSpPr>
        <p:spPr>
          <a:xfrm>
            <a:off x="856577" y="4124852"/>
            <a:ext cx="0" cy="896335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cxnSp>
      <p:sp>
        <p:nvSpPr>
          <p:cNvPr id="15" name="TextBox 15"/>
          <p:cNvSpPr txBox="1"/>
          <p:nvPr/>
        </p:nvSpPr>
        <p:spPr>
          <a:xfrm>
            <a:off x="688937" y="1685237"/>
            <a:ext cx="335280" cy="5962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6" name="TextBox 16"/>
          <p:cNvSpPr txBox="1"/>
          <p:nvPr/>
        </p:nvSpPr>
        <p:spPr>
          <a:xfrm>
            <a:off x="588925" y="3405562"/>
            <a:ext cx="535305" cy="5962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17" name="TextBox 17"/>
          <p:cNvSpPr txBox="1"/>
          <p:nvPr/>
        </p:nvSpPr>
        <p:spPr>
          <a:xfrm>
            <a:off x="588925" y="5125887"/>
            <a:ext cx="535305" cy="5962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boumYn+S9v+WRveS4juaEv+aZr1xuIyMjIOaYjuehruebruagh+WvvOWQkVxu5oiR5Lus55qE5L2/5ZG95piv6YCa6L+H5Yib5paw5LiO5Y2P5L2c77yM5Li65a6i5oi35o+Q5L6b5Y2T6LaK55qE6Kej5Yaz5pa55qGI77yM5o6o5Yqo6KGM5Lia6L+b5q2l44CC5oS/5pmv5piv5oiQ5Li66KGM5Lia5YaF5pyA5YW35b2x5ZON5Yqb55qE5Zui6Zif77yM5oyB57ut5byV6aKG5oqA5pyv5ZKM5pyN5Yqh5qCH5YeG44CCXG4jIyMg6ZW/5pyf5Y+R5bGV5om/6K+6XG7miJHku6zoh7Tlipvkuo7miZPpgKDlj6/mjIHnu63lj5HlsZXnmoTlm6LpmJ/mlofljJbvvIzms6jph43kurrmiY3ln7nlhbvkuI7mioDmnK/np6/ntK/vvIznoa7kv53lm6LpmJ/lnKjkupTlubTlhoXlrp7njrDkuJrliqHop4TmqKHnv7vlgI3vvIzlkIzml7bkv53mjIHpq5jlrqLmiLfmu6HmhI/luqbjgIJcbiMjIyDnpL7kvJrku7flgLzkvZPnjrBcbuWboumYn+aEv+aZr+WMheWQq+ekvuS8mui0o+S7u+e7tOW6pu+8jOiuoeWIkumAmui/h+WFrOebiumhueebruWSjOaKgOacr+i1i+iDve+8jOS4uuekvuWMuuWSjOihjOS4muWIm+mAoOabtOWkmuWFseS6q+S7t+WAvO+8jOS+i+WmguWumuacn+W8gOWxleaKgOiDveWfueiurea0u+WKqOOAgiIsInRwbGlkIjoiMTYiLCJ0cGxOYW1lIjoibGlzdDNfSW1nOCIsImVkaXRlZCI6ImZhbHNlIn0=</bd:templateData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团队协作方式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/>
          </a:blip>
          <a:srcRect l="16573" r="16573"/>
          <a:stretch>
            <a:fillRect/>
          </a:stretch>
        </p:blipFill>
        <p:spPr>
          <a:xfrm>
            <a:off x="752047" y="1412707"/>
            <a:ext cx="3005958" cy="449635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7833544" y="3730249"/>
            <a:ext cx="3737850" cy="2127687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sp>
        <p:nvSpPr>
          <p:cNvPr id="5" name="AutoShape 5"/>
          <p:cNvSpPr/>
          <p:nvPr/>
        </p:nvSpPr>
        <p:spPr>
          <a:xfrm>
            <a:off x="7849473" y="141375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6" name="AutoShape 6"/>
          <p:cNvSpPr/>
          <p:nvPr/>
        </p:nvSpPr>
        <p:spPr>
          <a:xfrm>
            <a:off x="3952581" y="373024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7" name="AutoShape 7"/>
          <p:cNvSpPr/>
          <p:nvPr/>
        </p:nvSpPr>
        <p:spPr>
          <a:xfrm>
            <a:off x="3952581" y="1412707"/>
            <a:ext cx="3725999" cy="2129142"/>
          </a:xfrm>
          <a:prstGeom prst="rect">
            <a:avLst/>
          </a:prstGeom>
          <a:solidFill>
            <a:schemeClr val="accent1">
              <a:alpha val="1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8" name="AutoShape 8"/>
          <p:cNvSpPr/>
          <p:nvPr/>
        </p:nvSpPr>
        <p:spPr>
          <a:xfrm>
            <a:off x="3952581" y="1412707"/>
            <a:ext cx="3725999" cy="53229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9" name="AutoShape 9"/>
          <p:cNvSpPr/>
          <p:nvPr/>
        </p:nvSpPr>
        <p:spPr>
          <a:xfrm>
            <a:off x="4099978" y="1672358"/>
            <a:ext cx="3431205" cy="481351"/>
          </a:xfrm>
          <a:prstGeom prst="rect">
            <a:avLst/>
          </a:prstGeom>
          <a:noFill/>
          <a:ln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敏捷工作法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eyJfdGVtcGxhdGVEYXRhIjp7ImNvbnRlbnRUeXBlIjoiJGl0ZW0xX3RpdGxlIiwibGluZUNvdW50IjoiMSIsIndvcmRDb3VudCI6IjkifSwidGFnIjoiJGl0ZW0xX3RpdGxlIn0=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4099978" y="2110737"/>
            <a:ext cx="3431205" cy="1270638"/>
          </a:xfrm>
          <a:prstGeom prst="rect">
            <a:avLst/>
          </a:prstGeom>
          <a:ln/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采用Scrum框架，每周召开站会同步进度，每两周进行迭代复盘，确保项目高效推进并快速响应变化。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eyJfdGVtcGxhdGVEYXRhIjp7ImNvbnRlbnRUeXBlIjoiJGl0ZW0xX2MiLCJsaW5lQ291bnQiOiI0Iiwid29yZENvdW50IjoiMTgifSwidGFnIjoiJGl0ZW0xX2MifQ==</bd:templateData>
          </p:ext>
        </p:extLst>
      </p:sp>
      <p:sp>
        <p:nvSpPr>
          <p:cNvPr id="11" name="AutoShape 11"/>
          <p:cNvSpPr/>
          <p:nvPr/>
        </p:nvSpPr>
        <p:spPr>
          <a:xfrm>
            <a:off x="4099978" y="4036516"/>
            <a:ext cx="3431205" cy="481351"/>
          </a:xfrm>
          <a:prstGeom prst="rect">
            <a:avLst/>
          </a:prstGeom>
          <a:noFill/>
          <a:ln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知识共享机制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eyJfdGVtcGxhdGVEYXRhIjp7ImNvbnRlbnRUeXBlIjoiJGl0ZW0zX3RpdGxlIiwibGluZUNvdW50IjoiMSIsIndvcmRDb3VudCI6IjkifSwidGFnIjoiJGl0ZW0zX3RpdGxlIn0=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4099978" y="4470242"/>
            <a:ext cx="3431205" cy="1276624"/>
          </a:xfrm>
          <a:prstGeom prst="rect">
            <a:avLst/>
          </a:prstGeom>
          <a:ln/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建立内部Wiki文档库，要求成员定期上传经验总结，并举办月度技术沙龙，促进隐性知识显性化，提升整体能力。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eyJfdGVtcGxhdGVEYXRhIjp7ImNvbnRlbnRUeXBlIjoiJGl0ZW0zX2MiLCJsaW5lQ291bnQiOiI0Iiwid29yZENvdW50IjoiMTgifSwidGFnIjoiJGl0ZW0zX2MifQ==</bd:templateData>
          </p:ext>
        </p:extLst>
      </p:sp>
      <p:sp>
        <p:nvSpPr>
          <p:cNvPr id="13" name="AutoShape 13"/>
          <p:cNvSpPr/>
          <p:nvPr/>
        </p:nvSpPr>
        <p:spPr>
          <a:xfrm>
            <a:off x="7996869" y="1672358"/>
            <a:ext cx="3431205" cy="481351"/>
          </a:xfrm>
          <a:prstGeom prst="rect">
            <a:avLst/>
          </a:prstGeom>
          <a:noFill/>
          <a:ln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325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跨职能合作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eyJfdGVtcGxhdGVEYXRhIjp7ImNvbnRlbnRUeXBlIjoiJGl0ZW0yX3RpdGxlIiwibGluZUNvdW50IjoiMSIsIndvcmRDb3VudCI6IjkifSwidGFnIjoiJGl0ZW0yX3RpdGxlIn0=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7996869" y="2110737"/>
            <a:ext cx="3431205" cy="1270638"/>
          </a:xfrm>
          <a:prstGeom prst="rect">
            <a:avLst/>
          </a:prstGeom>
          <a:ln/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打破部门壁垒，通过“项目制”组建临时小组，成员涵盖技术、市场、运营等角色，利用协同工具（如Notion、Slack）实时共享信息。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eyJfdGVtcGxhdGVEYXRhIjp7ImNvbnRlbnRUeXBlIjoiJGl0ZW0yX2MiLCJsaW5lQ291bnQiOiI0Iiwid29yZENvdW50IjoiMTgifSwidGFnIjoiJGl0ZW0yX2MifQ==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WboumYn+WNj+S9nOaWueW8j1xuIyMjIOaVj+aNt+W3peS9nOazlVxu6YeH55SoU2NydW3moYbmnrbvvIzmr4/lkajlj6zlvIDnq5nkvJrlkIzmraXov5vluqbvvIzmr4/kuKTlkajov5vooYzov63ku6PlpI3nm5jvvIznoa7kv53pobnnm67pq5jmlYjmjqjov5vlubblv6vpgJ/lk43lupTlj5jljJbjgIJcbiMjIyDot6jogYzog73lkIjkvZxcbuaJk+egtOmDqOmXqOWjgeWeku+8jOmAmui/h+KAnOmhueebruWItuKAnee7hOW7uuS4tOaXtuWwj+e7hO+8jOaIkOWRmOa2teebluaKgOacr+OAgeW4guWcuuOAgei/kOiQpeetieinkuiJsu+8jOWIqeeUqOWNj+WQjOW3peWFt++8iOWmgk5vdGlvbuOAgVNsYWNr77yJ5a6e5pe25YWx5Lqr5L+h5oGv44CCXG4jIyMg55+l6K+G5YWx5Lqr5py65Yi2XG7lu7rnq4vlhoXpg6hXaWtp5paH5qGj5bqT77yM6KaB5rGC5oiQ5ZGY5a6a5pyf5LiK5Lyg57uP6aqM5oC757uT77yM5bm25Li+5Yqe5pyI5bqm5oqA5pyv5rKZ6b6Z77yM5L+D6L+b6ZqQ5oCn55+l6K+G5pi+5oCn5YyW77yM5o+Q5Y2H5pW05L2T6IO95Yqb44CCIiwidHBsaWQiOiIxNiIsInRwbE5hbWUiOiJsaXN0M18yMDI1MDcwMTAyIiwiZWRpdGVkIjoiZmFsc2UifQ==</bd:templateData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短期目标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sp>
        <p:nvSpPr>
          <p:cNvPr id="3" name="AutoShape 3"/>
          <p:cNvSpPr/>
          <p:nvPr/>
        </p:nvSpPr>
        <p:spPr>
          <a:xfrm>
            <a:off x="592974" y="2521298"/>
            <a:ext cx="3456116" cy="3428362"/>
          </a:xfrm>
          <a:prstGeom prst="roundRect">
            <a:avLst>
              <a:gd name="adj" fmla="val 7847"/>
            </a:avLst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eyJfdGVtcGxhdGVEYXRhIjp7ImxpbmVDb3VudCI6IjIwIiwid29yZENvdW50IjoiMjcifSwidGFnIjoibm9FZGl0In0=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808710" y="3118169"/>
            <a:ext cx="3024645" cy="57943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业务拓展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eyJfdGVtcGxhdGVEYXRhIjp7ImNvbnRlbnRUeXBlIjoiJGl0ZW0xX3RpdGxlIiwibGluZUNvdW50IjoiMSIsIndvcmRDb3VudCI6IjgifSwidGFnIjoiJGl0ZW0xX3RpdGxlIn0=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839895" y="3745225"/>
            <a:ext cx="2962275" cy="193034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在接下来的6-12个月内，团队计划通过市场调研和客户需求分析，优化现有产品线，同时开发2-3个新业务模块，以提升市场份额和客户满意度。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eyJfdGVtcGxhdGVEYXRhIjp7ImNvbnRlbnRUeXBlIjoiJGl0ZW0xX2MiLCJsaW5lQ291bnQiOiI1Iiwid29yZENvdW50IjoiMTMifSwidGFnIjoiJGl0ZW0xX2MifQ==</bd:templateData>
          </p:ext>
        </p:extLst>
      </p:sp>
      <p:sp>
        <p:nvSpPr>
          <p:cNvPr id="6" name="AutoShape 6"/>
          <p:cNvSpPr/>
          <p:nvPr/>
        </p:nvSpPr>
        <p:spPr>
          <a:xfrm>
            <a:off x="4366124" y="2521298"/>
            <a:ext cx="3456116" cy="3428362"/>
          </a:xfrm>
          <a:prstGeom prst="roundRect">
            <a:avLst>
              <a:gd name="adj" fmla="val 7847"/>
            </a:avLst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eyJfdGVtcGxhdGVEYXRhIjp7ImxpbmVDb3VudCI6IjIzIiwid29yZENvdW50IjoiMjcifSwidGFnIjoibm9FZGl0In0=</bd:templateData>
          </p:ext>
        </p:extLst>
      </p:sp>
      <p:sp>
        <p:nvSpPr>
          <p:cNvPr id="7" name="TextBox 7"/>
          <p:cNvSpPr txBox="1"/>
          <p:nvPr/>
        </p:nvSpPr>
        <p:spPr>
          <a:xfrm>
            <a:off x="4581860" y="3118169"/>
            <a:ext cx="3024645" cy="57943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团队协作优化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eyJfdGVtcGxhdGVEYXRhIjp7ImNvbnRlbnRUeXBlIjoiJGl0ZW0yX3RpdGxlIiwibGluZUNvdW50IjoiMSIsIndvcmRDb3VudCI6IjgifSwidGFnIjoiJGl0ZW0yX3RpdGxlIn0=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4613045" y="3745225"/>
            <a:ext cx="2962275" cy="193034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短期内将引入敏捷管理工具（如Jira或Trello），定期组织跨部门沟通会议，减少信息壁垒，确保项目高效推进。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eyJfdGVtcGxhdGVEYXRhIjp7ImNvbnRlbnRUeXBlIjoiJGl0ZW0yX2MiLCJsaW5lQ291bnQiOiI1Iiwid29yZENvdW50IjoiMTMifSwidGFnIjoiJGl0ZW0yX2MifQ==</bd:templateData>
          </p:ext>
        </p:extLst>
      </p:sp>
      <p:sp>
        <p:nvSpPr>
          <p:cNvPr id="9" name="AutoShape 9"/>
          <p:cNvSpPr/>
          <p:nvPr/>
        </p:nvSpPr>
        <p:spPr>
          <a:xfrm>
            <a:off x="8139274" y="2521298"/>
            <a:ext cx="3456116" cy="3428362"/>
          </a:xfrm>
          <a:prstGeom prst="roundRect">
            <a:avLst>
              <a:gd name="adj" fmla="val 7847"/>
            </a:avLst>
          </a:prstGeom>
          <a:noFill/>
          <a:ln w="12668">
            <a:solidFill>
              <a:schemeClr val="accent1">
                <a:alpha val="100000"/>
              </a:schemeClr>
            </a:solidFill>
            <a:prstDash val="solid"/>
          </a:ln>
        </p:spPr>
        <p:txBody>
          <a:bodyPr vert="horz" wrap="square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  <a:defRPr/>
            </a:pP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eyJfdGVtcGxhdGVEYXRhIjp7ImxpbmVDb3VudCI6IjIzIiwid29yZENvdW50IjoiMjcifSwidGFnIjoibm9FZGl0In0=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8355010" y="3118169"/>
            <a:ext cx="3024645" cy="579431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绩效提升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eyJfdGVtcGxhdGVEYXRhIjp7ImNvbnRlbnRUeXBlIjoiJGl0ZW0zX3RpdGxlIiwibGluZUNvdW50IjoiMSIsIndvcmRDb3VudCI6IjgifSwidGFnIjoiJGl0ZW0zX3RpdGxlIn0=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8386195" y="3745225"/>
            <a:ext cx="2962275" cy="193034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通过季度KPI考核和即时反馈机制，激励团队成员在销售、研发或服务等核心指标上实现10%-15%的增长率。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eyJfdGVtcGxhdGVEYXRhIjp7ImNvbnRlbnRUeXBlIjoiJGl0ZW0zX2MiLCJsaW5lQ291bnQiOiI1Iiwid29yZENvdW50IjoiMTMifSwidGFnIjoiJGl0ZW0zX2MifQ==</bd:templateData>
          </p:ext>
        </p:extLst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alphaModFix/>
          </a:blip>
          <a:srcRect l="21875" r="21875"/>
          <a:stretch>
            <a:fillRect/>
          </a:stretch>
        </p:blipFill>
        <p:spPr>
          <a:xfrm>
            <a:off x="5358287" y="1501063"/>
            <a:ext cx="1475427" cy="1475427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eyJfdGVtcGxhdGVEYXRhIjp7ImNvbnRlbnRUeXBlIjoiJGltZzEifSwidGFnIjoiJGltZzEifQ==</bd:templateData>
          </p:ext>
        </p:extLst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alphaModFix/>
          </a:blip>
          <a:srcRect/>
          <a:stretch>
            <a:fillRect/>
          </a:stretch>
        </p:blipFill>
        <p:spPr>
          <a:xfrm>
            <a:off x="9121095" y="1501063"/>
            <a:ext cx="1475427" cy="1475427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eyJfdGVtcGxhdGVEYXRhIjp7ImNvbnRlbnRUeXBlIjoiJGltZzIifSwidGFnIjoiJGltZzIifQ==</bd:templateData>
          </p:ext>
        </p:extLst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alphaModFix/>
          </a:blip>
          <a:srcRect/>
          <a:stretch>
            <a:fillRect/>
          </a:stretch>
        </p:blipFill>
        <p:spPr>
          <a:xfrm>
            <a:off x="1583319" y="1501063"/>
            <a:ext cx="1475427" cy="1475427"/>
          </a:xfrm>
          <a:prstGeom prst="ellipse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efreacn+ebruagh1xuIyMjIOS4muWKoeaLk+WxlVxu5Zyo5o6l5LiL5p2l55qENi0xMuS4quaciOWGhe+8jOWboumYn+iuoeWIkumAmui/h+W4guWcuuiwg+eglOWSjOWuouaIt+mcgOaxguWIhuaekO+8jOS8mOWMlueOsOacieS6p+WTgee6v++8jOWQjOaXtuW8gOWPkTItM+S4quaWsOS4muWKoeaooeWdl++8jOS7peaPkOWNh+W4guWcuuS7vemineWSjOWuouaIt+a7oeaEj+W6puOAglxuIyMjIOWboumYn+WNj+S9nOS8mOWMllxu55+t5pyf5YaF5bCG5byV5YWl5pWP5o23566h55CG5bel5YW377yI5aaCSmlyYeaIllRyZWxsb++8ie+8jOWumuacn+e7hOe7h+i3qOmDqOmXqOayn+mAmuS8muiuru+8jOWHj+WwkeS/oeaBr+WjgeWeku+8jOehruS/nemhueebrumrmOaViOaOqOi/m+OAglxuIyMjIOe7qeaViOaPkOWNh1xu6YCa6L+H5a2j5bqmS1BJ6ICD5qC45ZKM5Y2z5pe25Y+N6aaI5py65Yi277yM5r+A5Yqx5Zui6Zif5oiQ5ZGY5Zyo6ZSA5ZSu44CB56CU5Y+R5oiW5pyN5Yqh562J5qC45b+D5oyH5qCH5LiK5a6e546wMTAlLTE1JeeahOWinumVv+eOh+OAgiIsInRwbGlkIjoiMTYiLCJ0cGxOYW1lIjoibGlzdDNfSW1nMjAiLCJlZGl0ZWQiOiJmYWxzZSJ9</bd:templateData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4909" y="1907184"/>
            <a:ext cx="3648075" cy="47775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r">
              <a:spcBef>
                <a:spcPts val="270"/>
              </a:spcBef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品牌国际化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eyJfdGVtcGxhdGVEYXRhIjp7ImNvbnRlbnRUeXBlIjoiJGl0ZW0xX3RpdGxlIiwibGluZUNvdW50IjoiMSIsIndvcmRDb3VudCI6IjEwIn0sInRhZyI6IiRpdGVtMV90aXRsZSJ9</bd:templateData>
          </p:ext>
        </p:extLst>
      </p:sp>
      <p:sp>
        <p:nvSpPr>
          <p:cNvPr id="3" name="AutoShape 3"/>
          <p:cNvSpPr/>
          <p:nvPr/>
        </p:nvSpPr>
        <p:spPr>
          <a:xfrm>
            <a:off x="8034635" y="1906360"/>
            <a:ext cx="3648075" cy="4794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技术创新投入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eyJfdGVtcGxhdGVEYXRhIjp7ImNvbnRlbnRUeXBlIjoiJGl0ZW0yX3RpdGxlIiwibGluZUNvdW50IjoiMSIsIndvcmRDb3VudCI6IjEwIn0sInRhZyI6IiRpdGVtMl90aXRsZSJ9</bd:templateData>
          </p:ext>
        </p:extLst>
      </p:sp>
      <p:sp>
        <p:nvSpPr>
          <p:cNvPr id="4" name="TextBox 4"/>
          <p:cNvSpPr txBox="1"/>
          <p:nvPr/>
        </p:nvSpPr>
        <p:spPr>
          <a:xfrm>
            <a:off x="534909" y="2402205"/>
            <a:ext cx="3648075" cy="143773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r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未来3-5年，团队将逐步拓展海外市场，通过本地化运营和合作伙伴网络建立全球品牌影响力，目标覆盖至少5个主要国家和地区。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eyJfdGVtcGxhdGVEYXRhIjp7ImNvbnRlbnRUeXBlIjoiJGl0ZW0xX2MiLCJsaW5lQ291bnQiOiI0Iiwid29yZENvdW50IjoiMTYifSwidGFnIjoiJGl0ZW0xX2MifQ==</bd:templateData>
          </p:ext>
        </p:extLst>
      </p:sp>
      <p:sp>
        <p:nvSpPr>
          <p:cNvPr id="5" name="TextBox 5"/>
          <p:cNvSpPr txBox="1"/>
          <p:nvPr/>
        </p:nvSpPr>
        <p:spPr>
          <a:xfrm>
            <a:off x="8034635" y="2402205"/>
            <a:ext cx="3648075" cy="1389800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每年将营收的8%-10%投入研发，聚焦人工智能、大数据等前沿技术，打造差异化竞争优势。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eyJfdGVtcGxhdGVEYXRhIjp7ImNvbnRlbnRUeXBlIjoiJGl0ZW0yX2MiLCJsaW5lQ291bnQiOiI0Iiwid29yZENvdW50IjoiMTYifSwidGFnIjoiJGl0ZW0yX2MifQ==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长期发展战略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eyJfdGVtcGxhdGVEYXRhIjp7ImNvbnRlbnRUeXBlIjoiJHRpdGxlIiwibGluZUNvdW50IjoiMSIsIndvcmRDb3VudCI6IjI3In0sInRhZyI6IiR0aXRsZSJ9</bd:templateData>
          </p:ext>
        </p:extLst>
      </p:sp>
      <p:sp>
        <p:nvSpPr>
          <p:cNvPr id="7" name="AutoShape 7"/>
          <p:cNvSpPr/>
          <p:nvPr/>
        </p:nvSpPr>
        <p:spPr>
          <a:xfrm>
            <a:off x="534909" y="4442458"/>
            <a:ext cx="3648075" cy="47775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r">
              <a:spcBef>
                <a:spcPts val="270"/>
              </a:spcBef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人才梯队建设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eyJfdGVtcGxhdGVEYXRhIjp7ImNvbnRlbnRUeXBlIjoiJGl0ZW0zX3RpdGxlIiwibGluZUNvdW50IjoiMSIsIndvcmRDb3VudCI6IjEwIn0sInRhZyI6IiRpdGVtM190aXRsZSJ9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534909" y="4964243"/>
            <a:ext cx="3648075" cy="1422216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r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建立完善的晋升通道和导师制，培养中层管理者储备力量，同时通过校招和社会招聘吸引高端人才。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eyJfdGVtcGxhdGVEYXRhIjp7ImNvbnRlbnRUeXBlIjoiJGl0ZW0zX2MiLCJsaW5lQ291bnQiOiI0Iiwid29yZENvdW50IjoiMTYifSwidGFnIjoiJGl0ZW0zX2MifQ==</bd:templateData>
          </p:ext>
        </p:extLst>
      </p:sp>
      <p:sp>
        <p:nvSpPr>
          <p:cNvPr id="9" name="AutoShape 9"/>
          <p:cNvSpPr/>
          <p:nvPr/>
        </p:nvSpPr>
        <p:spPr>
          <a:xfrm>
            <a:off x="8034635" y="4441633"/>
            <a:ext cx="3648075" cy="479402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b" anchorCtr="0">
            <a:noAutofit/>
          </a:bodyPr>
          <a:lstStyle/>
          <a:p>
            <a:pPr algn="l">
              <a:lnSpc>
                <a:spcPct val="120000"/>
              </a:lnSpc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可持续发展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eyJfdGVtcGxhdGVEYXRhIjp7ImNvbnRlbnRUeXBlIjoiJGl0ZW00X3RpdGxlIiwibGluZUNvdW50IjoiMSIsIndvcmRDb3VudCI6IjEwIn0sInRhZyI6IiRpdGVtNF90aXRsZSJ9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8034635" y="4964243"/>
            <a:ext cx="3648075" cy="1422216"/>
          </a:xfrm>
          <a:prstGeom prst="rect">
            <a:avLst/>
          </a:prstGeom>
          <a:ln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结合ESG（环境、社会、治理）理念，制定绿色办公和碳中和计划，提升企业社会责任形象。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eyJfdGVtcGxhdGVEYXRhIjp7ImNvbnRlbnRUeXBlIjoiJGl0ZW00X2MiLCJsaW5lQ291bnQiOiI0Iiwid29yZENvdW50IjoiMTYifSwidGFnIjoiJGl0ZW00X2MifQ==</bd:templateData>
          </p:ext>
        </p:extLst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471754" y="1456718"/>
            <a:ext cx="3177621" cy="2383216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eyJfdGVtcGxhdGVEYXRhIjp7ImNvbnRlbnRUeXBlIjoiJGltZzAiLCJuZWVkUmVwbGFjZSI6dHJ1ZSwidHlwZSI6ImltYWdlIn0sInRhZyI6IiRpbWcwIn0=</bd:templateData>
          </p:ext>
        </p:extLst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71754" y="4003244"/>
            <a:ext cx="3177621" cy="2383216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eyJfdGVtcGxhdGVEYXRhIjp7ImNvbnRlbnRUeXBlIjoiJGltZzEiLCJuZWVkUmVwbGFjZSI6dHJ1ZSwidHlwZSI6ImltYWdlIn0sInRhZyI6IiRpbWcxIn0=</bd:templateData>
          </p:ext>
        </p:extLst>
      </p:pic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mVv+acn+WPkeWxleaImOeVpVxuIyMjIOWTgeeJjOWbvemZheWMllxu5pyq5p2lMy015bm077yM5Zui6Zif5bCG6YCQ5q2l5ouT5bGV5rW35aSW5biC5Zy677yM6YCa6L+H5pys5Zyw5YyW6L+Q6JCl5ZKM5ZCI5L2c5LyZ5Ly0572R57uc5bu656uL5YWo55CD5ZOB54mM5b2x5ZON5Yqb77yM55uu5qCH6KaG55uW6Iez5bCRNeS4quS4u+imgeWbveWutuWSjOWcsOWMuuOAglxuIyMjIOaKgOacr+WIm+aWsOaKleWFpVxu5q+P5bm05bCG6JCl5pS255qEOCUtMTAl5oqV5YWl56CU5Y+R77yM6IGa54Sm5Lq65bel5pm66IO944CB5aSn5pWw5o2u562J5YmN5rK/5oqA5pyv77yM5omT6YCg5beu5byC5YyW56ue5LqJ5LyY5Yq/44CCXG4jIyMg5Lq65omN5qKv6Zif5bu66K6+XG7lu7rnq4vlrozlloTnmoTmmYvljYfpgJrpgZPlkozlr7zluIjliLbvvIzln7nlhbvkuK3lsYLnrqHnkIbogIXlgqjlpIflipvph4/vvIzlkIzml7bpgJrov4fmoKHmi5vlkoznpL7kvJrmi5vogZjlkLjlvJXpq5jnq6/kurrmiY3jgIJcbiMjIyDlj6/mjIHnu63lj5HlsZVcbue7k+WQiEVTR++8iOeOr+Wig+OAgeekvuS8muOAgeayu+eQhu+8ieeQhuW/te+8jOWItuWumue7v+iJsuWKnuWFrOWSjOeis+S4reWSjOiuoeWIku+8jOaPkOWNh+S8geS4muekvuS8mui0o+S7u+W9ouixoeOAgiIsInRwbGlkIjoiMTYiLCJ0cGxOYW1lIjoibGlzdDRfdW5pMzIiLCJlZGl0ZWQiOiJmYWxzZSJ9</bd:templateData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203" y="2031785"/>
            <a:ext cx="12215953" cy="3790487"/>
          </a:xfrm>
          <a:prstGeom prst="rect">
            <a:avLst/>
          </a:prstGeom>
          <a:solidFill>
            <a:schemeClr val="accent1">
              <a:alpha val="1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能力提升计划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eyJfdGVtcGxhdGVEYXRhIjp7ImNvbnRlbnRUeXBlIjoiJHRpdGxlIiwibGluZUNvdW50IjoiMSIsIndvcmRDb3VudCI6IjI4In0sInRhZyI6IiR0aXRsZSJ9</bd:templateData>
          </p:ext>
        </p:extLst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/>
          </a:blip>
          <a:srcRect l="14718" r="14718"/>
          <a:stretch>
            <a:fillRect/>
          </a:stretch>
        </p:blipFill>
        <p:spPr>
          <a:xfrm>
            <a:off x="-6460" y="1306250"/>
            <a:ext cx="3445093" cy="4882264"/>
          </a:xfrm>
          <a:prstGeom prst="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eyJfdGVtcGxhdGVEYXRhIjp7ImNvbnRlbnRUeXBlIjoiJGltZzAifSwidGFnIjoiJGltZzAifQ==</bd:templateData>
          </p:ext>
        </p:extLst>
      </p:pic>
      <p:sp>
        <p:nvSpPr>
          <p:cNvPr id="5" name="AutoShape 5"/>
          <p:cNvSpPr/>
          <p:nvPr/>
        </p:nvSpPr>
        <p:spPr>
          <a:xfrm>
            <a:off x="3663624" y="3142239"/>
            <a:ext cx="2370067" cy="676456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专业技能培训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eyJfdGVtcGxhdGVEYXRhIjp7ImNvbnRlbnRUeXBlIjoiJGl0ZW0xX3RpdGxlIiwibGluZUNvdW50IjoiMiIsIndvcmRDb3VudCI6IjgifSwidGFnIjoiJGl0ZW0xX3RpdGxlIn0=</bd:templateData>
          </p:ext>
        </p:extLst>
      </p:sp>
      <p:sp>
        <p:nvSpPr>
          <p:cNvPr id="6" name="TextBox 6"/>
          <p:cNvSpPr txBox="1"/>
          <p:nvPr/>
        </p:nvSpPr>
        <p:spPr>
          <a:xfrm>
            <a:off x="3601542" y="3818696"/>
            <a:ext cx="2494231" cy="1574182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每季度安排行业专家内训或外部课程（如项目管理PMP认证、数据分析等），确保团队成员技能与行业趋势同步。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eyJfdGVtcGxhdGVEYXRhIjp7ImNvbnRlbnRUeXBlIjoiJGl0ZW0xX2MiLCJsaW5lQ291bnQiOiI1Iiwid29yZENvdW50IjoiMTIifSwidGFnIjoiJGl0ZW0xX2MifQ==</bd:templateData>
          </p:ext>
        </p:extLst>
      </p:sp>
      <p:sp>
        <p:nvSpPr>
          <p:cNvPr id="7" name="AutoShape 7"/>
          <p:cNvSpPr/>
          <p:nvPr/>
        </p:nvSpPr>
        <p:spPr>
          <a:xfrm>
            <a:off x="6463136" y="3169478"/>
            <a:ext cx="2350643" cy="62198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领导力培养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eyJfdGVtcGxhdGVEYXRhIjp7ImNvbnRlbnRUeXBlIjoiJGl0ZW0yX3RpdGxlIiwibGluZUNvdW50IjoiMSIsIndvcmRDb3VudCI6IjgifSwidGFnIjoiJGl0ZW0yX3RpdGxlIn0=</bd:templateData>
          </p:ext>
        </p:extLst>
      </p:sp>
      <p:grpSp>
        <p:nvGrpSpPr>
          <p:cNvPr id="8" name="Group 8"/>
          <p:cNvGrpSpPr/>
          <p:nvPr/>
        </p:nvGrpSpPr>
        <p:grpSpPr>
          <a:xfrm>
            <a:off x="4524808" y="2388580"/>
            <a:ext cx="647700" cy="647700"/>
            <a:chOff x="4524808" y="2388580"/>
            <a:chExt cx="647700" cy="647700"/>
          </a:xfrm>
        </p:grpSpPr>
        <p:sp>
          <p:nvSpPr>
            <p:cNvPr id="9" name="AutoShape 9"/>
            <p:cNvSpPr/>
            <p:nvPr/>
          </p:nvSpPr>
          <p:spPr>
            <a:xfrm>
              <a:off x="4524808" y="2388580"/>
              <a:ext cx="647700" cy="6477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4704501" y="2568273"/>
              <a:ext cx="292001" cy="292001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209550"/>
                  </a:moveTo>
                  <a:lnTo>
                    <a:pt x="152410" y="247650"/>
                  </a:lnTo>
                  <a:lnTo>
                    <a:pt x="304800" y="209550"/>
                  </a:lnTo>
                  <a:lnTo>
                    <a:pt x="304800" y="247650"/>
                  </a:lnTo>
                  <a:lnTo>
                    <a:pt x="152410" y="285750"/>
                  </a:lnTo>
                  <a:lnTo>
                    <a:pt x="0" y="247650"/>
                  </a:lnTo>
                  <a:close/>
                </a:path>
                <a:path w="304800" h="304800">
                  <a:moveTo>
                    <a:pt x="0" y="133350"/>
                  </a:moveTo>
                  <a:lnTo>
                    <a:pt x="152410" y="171450"/>
                  </a:lnTo>
                  <a:lnTo>
                    <a:pt x="304800" y="133350"/>
                  </a:lnTo>
                  <a:lnTo>
                    <a:pt x="304800" y="171450"/>
                  </a:lnTo>
                  <a:lnTo>
                    <a:pt x="152410" y="209550"/>
                  </a:lnTo>
                  <a:lnTo>
                    <a:pt x="0" y="171450"/>
                  </a:lnTo>
                  <a:close/>
                </a:path>
                <a:path w="304800" h="304800">
                  <a:moveTo>
                    <a:pt x="0" y="57150"/>
                  </a:moveTo>
                  <a:lnTo>
                    <a:pt x="152410" y="19050"/>
                  </a:lnTo>
                  <a:lnTo>
                    <a:pt x="304800" y="57150"/>
                  </a:lnTo>
                  <a:lnTo>
                    <a:pt x="304800" y="95250"/>
                  </a:lnTo>
                  <a:lnTo>
                    <a:pt x="152410" y="133350"/>
                  </a:lnTo>
                  <a:lnTo>
                    <a:pt x="0" y="9525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314608" y="2388580"/>
            <a:ext cx="647700" cy="647700"/>
            <a:chOff x="7314608" y="2388580"/>
            <a:chExt cx="647700" cy="647700"/>
          </a:xfrm>
        </p:grpSpPr>
        <p:sp>
          <p:nvSpPr>
            <p:cNvPr id="12" name="AutoShape 12"/>
            <p:cNvSpPr/>
            <p:nvPr/>
          </p:nvSpPr>
          <p:spPr>
            <a:xfrm>
              <a:off x="7314608" y="2388580"/>
              <a:ext cx="647700" cy="647700"/>
            </a:xfrm>
            <a:prstGeom prst="ellipse">
              <a:avLst/>
            </a:prstGeom>
            <a:solidFill>
              <a:schemeClr val="accent2">
                <a:alpha val="100000"/>
                <a:lumMod val="50000"/>
              </a:schemeClr>
            </a:solidFill>
            <a:ln/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7480729" y="2563626"/>
              <a:ext cx="331605" cy="331605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74320" y="243840"/>
                  </a:moveTo>
                  <a:lnTo>
                    <a:pt x="304800" y="243840"/>
                  </a:lnTo>
                  <a:lnTo>
                    <a:pt x="304800" y="259080"/>
                  </a:lnTo>
                  <a:cubicBezTo>
                    <a:pt x="304800" y="267500"/>
                    <a:pt x="297980" y="274320"/>
                    <a:pt x="289560" y="274320"/>
                  </a:cubicBezTo>
                  <a:lnTo>
                    <a:pt x="289560" y="274320"/>
                  </a:lnTo>
                  <a:lnTo>
                    <a:pt x="15240" y="274320"/>
                  </a:lnTo>
                  <a:cubicBezTo>
                    <a:pt x="6820" y="274320"/>
                    <a:pt x="0" y="267500"/>
                    <a:pt x="0" y="259080"/>
                  </a:cubicBezTo>
                  <a:lnTo>
                    <a:pt x="0" y="259080"/>
                  </a:lnTo>
                  <a:lnTo>
                    <a:pt x="0" y="243840"/>
                  </a:lnTo>
                  <a:lnTo>
                    <a:pt x="30480" y="243840"/>
                  </a:lnTo>
                  <a:lnTo>
                    <a:pt x="30480" y="60960"/>
                  </a:lnTo>
                  <a:cubicBezTo>
                    <a:pt x="30480" y="44196"/>
                    <a:pt x="44196" y="30480"/>
                    <a:pt x="60960" y="30480"/>
                  </a:cubicBezTo>
                  <a:lnTo>
                    <a:pt x="243840" y="30480"/>
                  </a:lnTo>
                  <a:cubicBezTo>
                    <a:pt x="260671" y="30480"/>
                    <a:pt x="274320" y="44129"/>
                    <a:pt x="274320" y="60960"/>
                  </a:cubicBezTo>
                  <a:lnTo>
                    <a:pt x="274320" y="60960"/>
                  </a:lnTo>
                  <a:lnTo>
                    <a:pt x="274320" y="243840"/>
                  </a:lnTo>
                  <a:close/>
                </a:path>
                <a:path w="304800" h="304800">
                  <a:moveTo>
                    <a:pt x="60960" y="60960"/>
                  </a:moveTo>
                  <a:lnTo>
                    <a:pt x="60960" y="198120"/>
                  </a:lnTo>
                  <a:lnTo>
                    <a:pt x="243840" y="198120"/>
                  </a:lnTo>
                  <a:lnTo>
                    <a:pt x="243840" y="60960"/>
                  </a:lnTo>
                  <a:lnTo>
                    <a:pt x="60960" y="60960"/>
                  </a:lnTo>
                  <a:close/>
                </a:path>
                <a:path w="304800" h="304800">
                  <a:moveTo>
                    <a:pt x="121920" y="228600"/>
                  </a:moveTo>
                  <a:lnTo>
                    <a:pt x="121920" y="243840"/>
                  </a:lnTo>
                  <a:lnTo>
                    <a:pt x="182880" y="243840"/>
                  </a:lnTo>
                  <a:lnTo>
                    <a:pt x="182880" y="228600"/>
                  </a:lnTo>
                  <a:lnTo>
                    <a:pt x="121920" y="228600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305117" y="2388580"/>
            <a:ext cx="647700" cy="647700"/>
            <a:chOff x="10305117" y="2388580"/>
            <a:chExt cx="647700" cy="647700"/>
          </a:xfrm>
        </p:grpSpPr>
        <p:sp>
          <p:nvSpPr>
            <p:cNvPr id="15" name="AutoShape 15"/>
            <p:cNvSpPr/>
            <p:nvPr/>
          </p:nvSpPr>
          <p:spPr>
            <a:xfrm>
              <a:off x="10305117" y="2388580"/>
              <a:ext cx="647700" cy="647700"/>
            </a:xfrm>
            <a:prstGeom prst="ellipse">
              <a:avLst/>
            </a:prstGeom>
            <a:solidFill>
              <a:schemeClr val="accent3">
                <a:alpha val="100000"/>
              </a:scheme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0463753" y="2557933"/>
              <a:ext cx="337298" cy="337298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47180" y="28632"/>
                  </a:moveTo>
                  <a:lnTo>
                    <a:pt x="19907" y="83468"/>
                  </a:lnTo>
                  <a:lnTo>
                    <a:pt x="147304" y="137874"/>
                  </a:lnTo>
                  <a:lnTo>
                    <a:pt x="276015" y="83344"/>
                  </a:lnTo>
                  <a:lnTo>
                    <a:pt x="147180" y="28632"/>
                  </a:lnTo>
                  <a:close/>
                </a:path>
                <a:path w="304800" h="304800">
                  <a:moveTo>
                    <a:pt x="152400" y="144723"/>
                  </a:moveTo>
                  <a:lnTo>
                    <a:pt x="152400" y="276168"/>
                  </a:lnTo>
                  <a:lnTo>
                    <a:pt x="276177" y="217408"/>
                  </a:lnTo>
                  <a:lnTo>
                    <a:pt x="276177" y="92145"/>
                  </a:lnTo>
                  <a:lnTo>
                    <a:pt x="152400" y="144723"/>
                  </a:lnTo>
                  <a:close/>
                </a:path>
                <a:path w="304800" h="304800">
                  <a:moveTo>
                    <a:pt x="19098" y="217408"/>
                  </a:moveTo>
                  <a:lnTo>
                    <a:pt x="143294" y="276168"/>
                  </a:lnTo>
                  <a:lnTo>
                    <a:pt x="143294" y="144723"/>
                  </a:lnTo>
                  <a:lnTo>
                    <a:pt x="19098" y="92145"/>
                  </a:lnTo>
                  <a:lnTo>
                    <a:pt x="19098" y="217408"/>
                  </a:lnTo>
                </a:path>
              </a:pathLst>
            </a:custGeom>
            <a:solidFill>
              <a:srgbClr val="FFFFFF">
                <a:alpha val="100000"/>
              </a:srgbClr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324820" y="3818696"/>
            <a:ext cx="2608295" cy="1574182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鼓励成员参与轮岗或跨部门项目，增强对业务全流程的理解，培养复合型人才。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eyJfdGVtcGxhdGVEYXRhIjp7ImNvbnRlbnRUeXBlIjoiJGl0ZW0zX2MiLCJsaW5lQ291bnQiOiI1Iiwid29yZENvdW50IjoiMTMifSwidGFnIjoiJGl0ZW0zX2MifQ==</bd:templateData>
          </p:ext>
        </p:extLst>
      </p:sp>
      <p:sp>
        <p:nvSpPr>
          <p:cNvPr id="18" name="TextBox 18"/>
          <p:cNvSpPr txBox="1"/>
          <p:nvPr/>
        </p:nvSpPr>
        <p:spPr>
          <a:xfrm>
            <a:off x="6364675" y="3818696"/>
            <a:ext cx="2547566" cy="1574182"/>
          </a:xfrm>
          <a:prstGeom prst="rect">
            <a:avLst/>
          </a:prstGeom>
          <a:ln/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35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针对管理层开展情景模拟、决策力工作坊等培训，提升团队战略规划和危机处理能力。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eyJfdGVtcGxhdGVEYXRhIjp7ImNvbnRlbnRUeXBlIjoiJGl0ZW0yX2MiLCJsaW5lQ291bnQiOiI1Iiwid29yZENvdW50IjoiMTIifSwidGFnIjoiJGl0ZW0yX2MifQ==</bd:templateData>
          </p:ext>
        </p:extLst>
      </p:sp>
      <p:cxnSp>
        <p:nvCxnSpPr>
          <p:cNvPr id="19" name="Connector 19"/>
          <p:cNvCxnSpPr/>
          <p:nvPr/>
        </p:nvCxnSpPr>
        <p:spPr>
          <a:xfrm>
            <a:off x="6225150" y="3216570"/>
            <a:ext cx="0" cy="1623471"/>
          </a:xfrm>
          <a:prstGeom prst="line">
            <a:avLst/>
          </a:prstGeom>
          <a:ln w="9525">
            <a:solidFill>
              <a:schemeClr val="accent1"/>
            </a:solidFill>
            <a:prstDash val="lg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cxnSp>
      <p:cxnSp>
        <p:nvCxnSpPr>
          <p:cNvPr id="20" name="Connector 20"/>
          <p:cNvCxnSpPr/>
          <p:nvPr/>
        </p:nvCxnSpPr>
        <p:spPr>
          <a:xfrm>
            <a:off x="9097670" y="3216570"/>
            <a:ext cx="0" cy="1623471"/>
          </a:xfrm>
          <a:prstGeom prst="line">
            <a:avLst/>
          </a:prstGeom>
          <a:ln w="9525">
            <a:solidFill>
              <a:schemeClr val="accent1"/>
            </a:solidFill>
            <a:prstDash val="lg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cxnSp>
      <p:sp>
        <p:nvSpPr>
          <p:cNvPr id="21" name="AutoShape 21"/>
          <p:cNvSpPr/>
          <p:nvPr/>
        </p:nvSpPr>
        <p:spPr>
          <a:xfrm>
            <a:off x="9453646" y="3169478"/>
            <a:ext cx="2350643" cy="62198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sz="1800" b="1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跨领域学习</a:t>
            </a:r>
            <a:endParaRPr lang="en-US" sz="1100"/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eyJfdGVtcGxhdGVEYXRhIjp7ImNvbnRlbnRUeXBlIjoiJGl0ZW0zX3RpdGxlIiwibGluZUNvdW50IjoiMSIsIndvcmRDb3VudCI6IjgifSwidGFnIjoiJGl0ZW0zX3RpdGxlIn0=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iDveWKm+aPkOWNh+iuoeWIklxuIyMjIOS4k+S4muaKgOiDveWfueiurVxu5q+P5a2j5bqm5a6J5o6S6KGM5Lia5LiT5a625YaF6K6t5oiW5aSW6YOo6K++56iL77yI5aaC6aG555uu566h55CGUE1Q6K6k6K+B44CB5pWw5o2u5YiG5p6Q562J77yJ77yM56Gu5L+d5Zui6Zif5oiQ5ZGY5oqA6IO95LiO6KGM5Lia6LaL5Yq/5ZCM5q2l44CCXG4jIyMg6aKG5a+85Yqb5Z+55YW7XG7pkojlr7nnrqHnkIblsYLlvIDlsZXmg4Xmma/mqKHmi5/jgIHlhrPnrZblipvlt6XkvZzlnYrnrYnln7norq3vvIzmj5DljYflm6LpmJ/miJjnlaXop4TliJLlkozljbHmnLrlpITnkIbog73lipvjgIJcbiMjIyDot6jpoobln5/lrabkuaBcbum8k+WKseaIkOWRmOWPguS4jui9ruWyl+aIlui3qOmDqOmXqOmhueebru+8jOWinuW8uuWvueS4muWKoeWFqOa1geeoi+eahOeQhuino++8jOWfueWFu+WkjeWQiOWei+S6uuaJjeOAgiIsInRwbGlkIjoiMTYiLCJ0cGxOYW1lIjoibGlzdDNfMjAyNTA2MjYyNCIsImVkaXRlZCI6ImZhbHNlIn0=</bd:templateData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4570" y="2742536"/>
            <a:ext cx="2037983" cy="123155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600" b="1" dirty="0">
                <a:solidFill>
                  <a:srgbClr val="1338FD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  <p:extLst mod="1">
          <p:ext uri="http://schemas.baidu.com/office/drawing/2023/templateData">
            <bd:templateData xmlns:bd="http://schemas.baidu.com/office/drawing/2023/templateData" xmlns="">eyJfdGVtcGxhdGVEYXRhIjp7ImNvbnRlbnRUeXBlIjoiJG51bWJlciIsImxpbmVDb3VudCI6IjEiLCJ3b3JkQ291bnQiOiIyIn0sInRhZyI6Im5vRWRpdCJ9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324067" y="2411659"/>
            <a:ext cx="7014337" cy="179805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4050" b="1">
                <a:solidFill>
                  <a:srgbClr val="1F1F1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联系方式与互动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eyJfdGVtcGxhdGVEYXRhIjp7ImNvbnRlbnRUeXBlIjoiJHRpdGxlIiwibGluZUNvdW50IjoiMiIsIndvcmRDb3VudCI6IjEyIn0sInRhZyI6IiR0aXRsZSJ9</bd:templateData>
          </p:ext>
        </p:extLst>
      </p:sp>
    </p:spTree>
  </p:cSld>
  <p:clrMapOvr>
    <a:masterClrMapping/>
  </p:clrMapOvr>
  <p:extLst mod="1">
    <p:ext uri="http://schemas.baidu.com/office/drawing/2023/templateData">
      <bd:templateData xmlns:bd="http://schemas.baidu.com/office/drawing/2023/templateData" xmlns="">eyJtZCI6IiMjIOiBlOezu+aWueW8j+S4juS6kuWKqCIsInRwbGlkIjoiMTYiLCJ0cGxOYW1lIjoiaDJ0aXRsZV9za3libHVlMCIsImVkaXRlZCI6ImZhbHNlIn0=</bd:templateData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489734" y="4077545"/>
            <a:ext cx="3273285" cy="690150"/>
          </a:xfrm>
          <a:prstGeom prst="roundRect">
            <a:avLst>
              <a:gd name="adj" fmla="val 28095"/>
            </a:avLst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3" name="AutoShape 3"/>
          <p:cNvSpPr/>
          <p:nvPr/>
        </p:nvSpPr>
        <p:spPr>
          <a:xfrm>
            <a:off x="650433" y="4077545"/>
            <a:ext cx="3273285" cy="690150"/>
          </a:xfrm>
          <a:prstGeom prst="roundRect">
            <a:avLst>
              <a:gd name="adj" fmla="val 28095"/>
            </a:avLst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4" name="AutoShape 4"/>
          <p:cNvSpPr/>
          <p:nvPr/>
        </p:nvSpPr>
        <p:spPr>
          <a:xfrm>
            <a:off x="4489734" y="1474577"/>
            <a:ext cx="3273285" cy="690150"/>
          </a:xfrm>
          <a:prstGeom prst="roundRect">
            <a:avLst>
              <a:gd name="adj" fmla="val 28095"/>
            </a:avLst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sp>
        <p:nvSpPr>
          <p:cNvPr id="5" name="AutoShape 5"/>
          <p:cNvSpPr/>
          <p:nvPr/>
        </p:nvSpPr>
        <p:spPr>
          <a:xfrm>
            <a:off x="650433" y="1474577"/>
            <a:ext cx="3273285" cy="690150"/>
          </a:xfrm>
          <a:prstGeom prst="roundRect">
            <a:avLst>
              <a:gd name="adj" fmla="val 28095"/>
            </a:avLst>
          </a:prstGeom>
          <a:solidFill>
            <a:schemeClr val="accent1">
              <a:alpha val="100000"/>
            </a:schemeClr>
          </a:solidFill>
          <a:ln/>
        </p:spPr>
        <p:txBody>
          <a:bodyPr/>
          <a:lstStyle/>
          <a:p>
            <a:endParaRPr lang="zh-CN" altLang="en-US"/>
          </a:p>
        </p:txBody>
        <p:extLst>
          <p:ext uri="http://schemas.baidu.com/office/drawing/2023/templateData">
            <bd:templateData xmlns:bd="http://schemas.baidu.com/office/drawing/2023/templateData" xmlns="">eyJ0YWciOiJub0VkaXQifQ==</bd:templateData>
          </p:ext>
        </p:extLst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/>
          </a:blip>
          <a:srcRect/>
          <a:stretch>
            <a:fillRect/>
          </a:stretch>
        </p:blipFill>
        <p:spPr>
          <a:xfrm>
            <a:off x="8293144" y="1482730"/>
            <a:ext cx="3422379" cy="4563172"/>
          </a:xfrm>
          <a:prstGeom prst="roundRect">
            <a:avLst/>
          </a:prstGeom>
        </p:spPr>
        <p:extLst>
          <p:ext uri="http://schemas.baidu.com/office/drawing/2023/templateData">
            <bd:templateData xmlns:bd="http://schemas.baidu.com/office/drawing/2023/templateData" xmlns="">eyJfdGVtcGxhdGVEYXRhIjp7ImNvbnRlbnRUeXBlIjoiJGltZzAiLCJuZWVkUmVwbGFjZSI6dHJ1ZSwidHlwZSI6ImltYWdlIn0sInRhZyI6IiRpbWcwIn0=</bd:templateData>
          </p:ext>
        </p:extLst>
      </p:pic>
      <p:sp>
        <p:nvSpPr>
          <p:cNvPr id="7" name="TextBox 7"/>
          <p:cNvSpPr txBox="1"/>
          <p:nvPr/>
        </p:nvSpPr>
        <p:spPr>
          <a:xfrm>
            <a:off x="570176" y="2177640"/>
            <a:ext cx="3433799" cy="176544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关注官方公众号可获取最新动态、行业洞察及合作案例，后台留言将在24小时内回复，支持关键词自动回复常见问题。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eyJfdGVtcGxhdGVEYXRhIjp7ImNvbnRlbnRUeXBlIjoiJGl0ZW0xX2MiLCJsaW5lQ291bnQiOiI0Iiwid29yZENvdW50IjoiMTUifSwidGFnIjoiJGl0ZW0xX2MifQ==</bd:templateData>
          </p:ext>
        </p:extLst>
      </p:sp>
      <p:sp>
        <p:nvSpPr>
          <p:cNvPr id="8" name="TextBox 8"/>
          <p:cNvSpPr txBox="1"/>
          <p:nvPr/>
        </p:nvSpPr>
        <p:spPr>
          <a:xfrm>
            <a:off x="4409477" y="2177640"/>
            <a:ext cx="3433799" cy="176544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通过企业LinkedIn主页了解团队背景、业务范围及客户评价，可直接私信联系商务拓展团队。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eyJfdGVtcGxhdGVEYXRhIjp7ImNvbnRlbnRUeXBlIjoiJGl0ZW0yX2MiLCJsaW5lQ291bnQiOiI0Iiwid29yZENvdW50IjoiMTUifSwidGFnIjoiJGl0ZW0yX2MifQ==</bd:templateData>
          </p:ext>
        </p:extLst>
      </p:sp>
      <p:sp>
        <p:nvSpPr>
          <p:cNvPr id="9" name="TextBox 9"/>
          <p:cNvSpPr txBox="1"/>
          <p:nvPr/>
        </p:nvSpPr>
        <p:spPr>
          <a:xfrm>
            <a:off x="570176" y="4795955"/>
            <a:ext cx="3433799" cy="164889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定期发布团队文化、项目花絮及客户见证视频，增强品牌亲和力，评论区开放合作咨询。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eyJfdGVtcGxhdGVEYXRhIjp7ImNvbnRlbnRUeXBlIjoiJGl0ZW0zX2MiLCJsaW5lQ291bnQiOiI0Iiwid29yZENvdW50IjoiMTUifSwidGFnIjoiJGl0ZW0zX2MifQ==</bd:templateData>
          </p:ext>
        </p:extLst>
      </p:sp>
      <p:sp>
        <p:nvSpPr>
          <p:cNvPr id="10" name="TextBox 10"/>
          <p:cNvSpPr txBox="1"/>
          <p:nvPr/>
        </p:nvSpPr>
        <p:spPr>
          <a:xfrm>
            <a:off x="4407114" y="4795955"/>
            <a:ext cx="3438525" cy="1648894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参与行业垂直论坛（如知乎专栏、虎嗅等），团队专家定期发布深度内容，用户可通过私信或评论区互动。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eyJfdGVtcGxhdGVEYXRhIjp7ImNvbnRlbnRUeXBlIjoiJGl0ZW00X2MiLCJsaW5lQ291bnQiOiI0Iiwid29yZENvdW50IjoiMTUifSwidGFnIjoiJGl0ZW00X2MifQ==</bd:templateData>
          </p:ext>
        </p:extLst>
      </p:sp>
      <p:sp>
        <p:nvSpPr>
          <p:cNvPr id="11" name="TextBox 1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Noto Sans SC"/>
                <a:ea typeface="Noto Sans SC"/>
                <a:cs typeface="Noto Sans SC"/>
              </a:rPr>
              <a:t>社交媒体与平台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eyJfdGVtcGxhdGVEYXRhIjp7ImNvbnRlbnRUeXBlIjoiJHRpdGxlIiwibGluZUNvdW50IjoiMSIsIndvcmRDb3VudCI6IjI3In0sInRhZyI6IiR0aXRsZSJ9</bd:templateData>
          </p:ext>
        </p:extLst>
      </p:sp>
      <p:sp>
        <p:nvSpPr>
          <p:cNvPr id="12" name="TextBox 12"/>
          <p:cNvSpPr txBox="1"/>
          <p:nvPr/>
        </p:nvSpPr>
        <p:spPr>
          <a:xfrm>
            <a:off x="838067" y="1502085"/>
            <a:ext cx="2898018" cy="63513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微信公众号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eyJfdGVtcGxhdGVEYXRhIjp7ImNvbnRlbnRUeXBlIjoiJGl0ZW0xX3RpdGxlIiwibGluZUNvdW50IjoiMSIsIndvcmRDb3VudCI6IjkifSwidGFnIjoiJGl0ZW0xX3RpdGxlIn0=</bd:templateData>
          </p:ext>
        </p:extLst>
      </p:sp>
      <p:sp>
        <p:nvSpPr>
          <p:cNvPr id="13" name="TextBox 13"/>
          <p:cNvSpPr txBox="1"/>
          <p:nvPr/>
        </p:nvSpPr>
        <p:spPr>
          <a:xfrm>
            <a:off x="4677367" y="1502085"/>
            <a:ext cx="2898018" cy="63513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LinkedIn主页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eyJfdGVtcGxhdGVEYXRhIjp7ImNvbnRlbnRUeXBlIjoiJGl0ZW0yX3RpdGxlIiwibGluZUNvdW50IjoiMSIsIndvcmRDb3VudCI6IjkifSwidGFnIjoiJGl0ZW0yX3RpdGxlIn0=</bd:templateData>
          </p:ext>
        </p:extLst>
      </p:sp>
      <p:sp>
        <p:nvSpPr>
          <p:cNvPr id="14" name="TextBox 14"/>
          <p:cNvSpPr txBox="1"/>
          <p:nvPr/>
        </p:nvSpPr>
        <p:spPr>
          <a:xfrm>
            <a:off x="838067" y="4105052"/>
            <a:ext cx="2898018" cy="63513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抖音/视频号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eyJfdGVtcGxhdGVEYXRhIjp7ImNvbnRlbnRUeXBlIjoiJGl0ZW0zX3RpdGxlIiwibGluZUNvdW50IjoiMSIsIndvcmRDb3VudCI6IjkifSwidGFnIjoiJGl0ZW0zX3RpdGxlIn0=</bd:templateData>
          </p:ext>
        </p:extLst>
      </p:sp>
      <p:sp>
        <p:nvSpPr>
          <p:cNvPr id="15" name="TextBox 15"/>
          <p:cNvSpPr txBox="1"/>
          <p:nvPr/>
        </p:nvSpPr>
        <p:spPr>
          <a:xfrm>
            <a:off x="4677367" y="4105052"/>
            <a:ext cx="2898018" cy="63513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FFFFF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行业论坛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eyJfdGVtcGxhdGVEYXRhIjp7ImNvbnRlbnRUeXBlIjoiJGl0ZW00X3RpdGxlIiwibGluZUNvdW50IjoiMSIsIndvcmRDb3VudCI6IjkifSwidGFnIjoiJGl0ZW00X3RpdGxlIn0=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MjIOekvuS6pOWqkuS9k+S4juW5s+WPsFxuIyMjIOW+ruS/oeWFrOS8l+WPt1xu5YWz5rOo5a6Y5pa55YWs5LyX5Y+35Y+v6I635Y+W5pyA5paw5Yqo5oCB44CB6KGM5Lia5rSe5a+f5Y+K5ZCI5L2c5qGI5L6L77yM5ZCO5Y+w55WZ6KiA5bCG5ZyoMjTlsI/ml7blhoXlm57lpI3vvIzmlK/mjIHlhbPplK7or43oh6rliqjlm57lpI3luLjop4Hpl67popjjgIJcbiMjIyBMaW5rZWRJbuS4u+mhtVxu6YCa6L+H5LyB5LiaTGlua2VkSW7kuLvpobXkuobop6Plm6LpmJ/og4zmma/jgIHkuJrliqHojIPlm7Tlj4rlrqLmiLfor4Tku7fvvIzlj6/nm7TmjqXnp4Hkv6HogZTns7vllYbliqHmi5PlsZXlm6LpmJ/jgIJcbiMjIyDmipbpn7Mv6KeG6aKR5Y+3XG7lrprmnJ/lj5HluIPlm6LpmJ/mlofljJbjgIHpobnnm67oirHnta7lj4rlrqLmiLfop4Hor4Hop4bpopHvvIzlop7lvLrlk4HniYzkurLlkozlipvvvIzor4TorrrljLrlvIDmlL7lkIjkvZzlkqjor6LjgIJcbiMjIyDooYzkuJrorrrlnZtcbuWPguS4juihjOS4muWeguebtOiuuuWdm++8iOWmguefpeS5juS4k+agj+OAgeiZjuWXheetie+8ie+8jOWboumYn+S4k+WutuWumuacn+WPkeW4g+a3seW6puWGheWuue+8jOeUqOaIt+WPr+mAmui/h+engeS/oeaIluivhOiuuuWMuuS6kuWKqOOAgiIsInRwbGlkIjoiMTYiLCJ0cGxOYW1lIjoibGlzdDRfSW1nMSIsImVkaXRlZCI6ImZhbHNlIn0=</bd:templateData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0790" y="2331416"/>
            <a:ext cx="7924800" cy="18288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000" b="1">
                <a:solidFill>
                  <a:srgbClr val="1F1F1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THANKS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eyJfdGVtcGxhdGVEYXRhIjp7ImNvbnRlbnRUeXBlIjoiJGVuZGluZ18xIiwibGluZUNvdW50IjoiMSIsIndvcmRDb3VudCI6IjUifSwidGFnIjoibm9FZGl0In0=</bd:templateData>
          </p:ext>
        </p:extLst>
      </p:sp>
      <p:sp>
        <p:nvSpPr>
          <p:cNvPr id="3" name="TextBox 3"/>
          <p:cNvSpPr txBox="1"/>
          <p:nvPr/>
        </p:nvSpPr>
        <p:spPr>
          <a:xfrm>
            <a:off x="440790" y="4217109"/>
            <a:ext cx="4943475" cy="62865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700">
                <a:solidFill>
                  <a:srgbClr val="1F1F1F">
                    <a:alpha val="100000"/>
                  </a:srgbClr>
                </a:solidFill>
                <a:latin typeface="Noto Sans SC"/>
                <a:ea typeface="Noto Sans SC"/>
                <a:cs typeface="Noto Sans SC"/>
              </a:rPr>
              <a:t>感谢观看</a:t>
            </a:r>
          </a:p>
        </p:txBody>
        <p:extLst>
          <p:ext uri="http://schemas.baidu.com/office/drawing/2023/templateData">
            <bd:templateData xmlns:bd="http://schemas.baidu.com/office/drawing/2023/templateData" xmlns="">eyJfdGVtcGxhdGVEYXRhIjp7ImNvbnRlbnRUeXBlIjoiJGVuZGluZ18yIiwibGluZUNvdW50IjoiMSIsIndvcmRDb3VudCI6IjEyIn0sInRhZyI6Im5vRWRpdCJ9</bd:templateData>
          </p:ext>
        </p:extLst>
      </p:sp>
    </p:spTree>
  </p:cSld>
  <p:clrMapOvr>
    <a:masterClrMapping/>
  </p:clrMapOvr>
  <p:extLst>
    <p:ext uri="http://schemas.baidu.com/office/drawing/2023/templateData">
      <bd:templateData xmlns:bd="http://schemas.baidu.com/office/drawing/2023/templateData" xmlns="">eyJtZCI6IiIsInRwbGlkIjoiMTYiLCJ0cGxOYW1lIjoiZW5kX3NreWJsdWUwIiwiZWRpdGVkIjoiZmFsc2UifQ==</bd:templateData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rgbClr val="1F1F1F"/>
      </a:dk1>
      <a:lt1>
        <a:srgbClr val="F7F7F7"/>
      </a:lt1>
      <a:dk2>
        <a:srgbClr val="1F1F1F"/>
      </a:dk2>
      <a:lt2>
        <a:srgbClr val="CEDFEF"/>
      </a:lt2>
      <a:accent1>
        <a:srgbClr val="6EA8D0"/>
      </a:accent1>
      <a:accent2>
        <a:srgbClr val="6EA8D0"/>
      </a:accent2>
      <a:accent3>
        <a:srgbClr val="3C7DA9"/>
      </a:accent3>
      <a:accent4>
        <a:srgbClr val="5194C3"/>
      </a:accent4>
      <a:accent5>
        <a:srgbClr val="78C2D1"/>
      </a:accent5>
      <a:accent6>
        <a:srgbClr val="4289C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424</Words>
  <Application>Microsoft Office PowerPoint</Application>
  <PresentationFormat>宽屏</PresentationFormat>
  <Paragraphs>101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Arial</vt:lpstr>
      <vt:lpstr>Noto Sans SC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浩 范</cp:lastModifiedBy>
  <cp:revision>1</cp:revision>
  <dcterms:created xsi:type="dcterms:W3CDTF">2006-08-16T00:00:00Z</dcterms:created>
  <dcterms:modified xsi:type="dcterms:W3CDTF">2025-09-23T04:47:39Z</dcterms:modified>
</cp:coreProperties>
</file>